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77" r:id="rId4"/>
    <p:sldId id="257" r:id="rId5"/>
    <p:sldId id="258" r:id="rId6"/>
    <p:sldId id="259" r:id="rId7"/>
    <p:sldId id="260" r:id="rId8"/>
    <p:sldId id="261" r:id="rId9"/>
    <p:sldId id="270" r:id="rId10"/>
    <p:sldId id="271" r:id="rId11"/>
    <p:sldId id="272" r:id="rId12"/>
    <p:sldId id="262" r:id="rId13"/>
    <p:sldId id="274" r:id="rId14"/>
    <p:sldId id="275" r:id="rId15"/>
    <p:sldId id="276" r:id="rId16"/>
    <p:sldId id="273" r:id="rId17"/>
    <p:sldId id="265" r:id="rId18"/>
    <p:sldId id="267" r:id="rId19"/>
    <p:sldId id="26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FE525B-7842-4041-9261-C5212DB71C98}" v="69" dt="2020-05-17T00:00:55.3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p:scale>
          <a:sx n="85" d="100"/>
          <a:sy n="85" d="100"/>
        </p:scale>
        <p:origin x="424" y="1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var Khan" userId="adf09dfa02e22036" providerId="LiveId" clId="{08FE525B-7842-4041-9261-C5212DB71C98}"/>
    <pc:docChg chg="undo custSel mod addSld delSld modSld">
      <pc:chgData name="Yavar Khan" userId="adf09dfa02e22036" providerId="LiveId" clId="{08FE525B-7842-4041-9261-C5212DB71C98}" dt="2020-05-17T00:03:00.587" v="2461" actId="47"/>
      <pc:docMkLst>
        <pc:docMk/>
      </pc:docMkLst>
      <pc:sldChg chg="addSp modSp mod">
        <pc:chgData name="Yavar Khan" userId="adf09dfa02e22036" providerId="LiveId" clId="{08FE525B-7842-4041-9261-C5212DB71C98}" dt="2020-05-15T07:36:07.487" v="95" actId="1076"/>
        <pc:sldMkLst>
          <pc:docMk/>
          <pc:sldMk cId="2124586131" sldId="256"/>
        </pc:sldMkLst>
        <pc:spChg chg="add mod">
          <ac:chgData name="Yavar Khan" userId="adf09dfa02e22036" providerId="LiveId" clId="{08FE525B-7842-4041-9261-C5212DB71C98}" dt="2020-05-15T07:36:07.487" v="95" actId="1076"/>
          <ac:spMkLst>
            <pc:docMk/>
            <pc:sldMk cId="2124586131" sldId="256"/>
            <ac:spMk id="3" creationId="{E445555E-2FCA-4BA7-B48B-81BFD24663B3}"/>
          </ac:spMkLst>
        </pc:spChg>
        <pc:picChg chg="mod">
          <ac:chgData name="Yavar Khan" userId="adf09dfa02e22036" providerId="LiveId" clId="{08FE525B-7842-4041-9261-C5212DB71C98}" dt="2020-05-15T07:35:55.302" v="94" actId="14100"/>
          <ac:picMkLst>
            <pc:docMk/>
            <pc:sldMk cId="2124586131" sldId="256"/>
            <ac:picMk id="9" creationId="{58A98D40-6D75-4EE3-BEC9-7772AE28A9F9}"/>
          </ac:picMkLst>
        </pc:picChg>
      </pc:sldChg>
      <pc:sldChg chg="addSp delSp modSp mod setBg">
        <pc:chgData name="Yavar Khan" userId="adf09dfa02e22036" providerId="LiveId" clId="{08FE525B-7842-4041-9261-C5212DB71C98}" dt="2020-05-15T08:41:55.851" v="489" actId="14100"/>
        <pc:sldMkLst>
          <pc:docMk/>
          <pc:sldMk cId="1176073979" sldId="257"/>
        </pc:sldMkLst>
        <pc:spChg chg="del mod ord">
          <ac:chgData name="Yavar Khan" userId="adf09dfa02e22036" providerId="LiveId" clId="{08FE525B-7842-4041-9261-C5212DB71C98}" dt="2020-05-15T07:48:06.234" v="154" actId="478"/>
          <ac:spMkLst>
            <pc:docMk/>
            <pc:sldMk cId="1176073979" sldId="257"/>
            <ac:spMk id="2" creationId="{EDB473B2-542C-4B5A-A618-C9ECDFC1F7AC}"/>
          </ac:spMkLst>
        </pc:spChg>
        <pc:spChg chg="del">
          <ac:chgData name="Yavar Khan" userId="adf09dfa02e22036" providerId="LiveId" clId="{08FE525B-7842-4041-9261-C5212DB71C98}" dt="2020-05-15T07:39:44.877" v="104"/>
          <ac:spMkLst>
            <pc:docMk/>
            <pc:sldMk cId="1176073979" sldId="257"/>
            <ac:spMk id="3" creationId="{FCB662CA-C5F1-48B5-AC90-DE5677D30C2C}"/>
          </ac:spMkLst>
        </pc:spChg>
        <pc:spChg chg="add del">
          <ac:chgData name="Yavar Khan" userId="adf09dfa02e22036" providerId="LiveId" clId="{08FE525B-7842-4041-9261-C5212DB71C98}" dt="2020-05-15T07:48:42.778" v="158" actId="26606"/>
          <ac:spMkLst>
            <pc:docMk/>
            <pc:sldMk cId="1176073979" sldId="257"/>
            <ac:spMk id="6" creationId="{3DAD86CA-8235-409B-982B-5E7A033E2392}"/>
          </ac:spMkLst>
        </pc:spChg>
        <pc:spChg chg="add del">
          <ac:chgData name="Yavar Khan" userId="adf09dfa02e22036" providerId="LiveId" clId="{08FE525B-7842-4041-9261-C5212DB71C98}" dt="2020-05-15T07:49:19.573" v="164" actId="26606"/>
          <ac:spMkLst>
            <pc:docMk/>
            <pc:sldMk cId="1176073979" sldId="257"/>
            <ac:spMk id="7" creationId="{3DAD86CA-8235-409B-982B-5E7A033E2392}"/>
          </ac:spMkLst>
        </pc:spChg>
        <pc:spChg chg="add del">
          <ac:chgData name="Yavar Khan" userId="adf09dfa02e22036" providerId="LiveId" clId="{08FE525B-7842-4041-9261-C5212DB71C98}" dt="2020-05-15T07:49:19.573" v="164" actId="26606"/>
          <ac:spMkLst>
            <pc:docMk/>
            <pc:sldMk cId="1176073979" sldId="257"/>
            <ac:spMk id="8" creationId="{9F234FBA-3501-47B4-AE0C-AA4AFBC8F603}"/>
          </ac:spMkLst>
        </pc:spChg>
        <pc:spChg chg="add del">
          <ac:chgData name="Yavar Khan" userId="adf09dfa02e22036" providerId="LiveId" clId="{08FE525B-7842-4041-9261-C5212DB71C98}" dt="2020-05-15T07:40:34.052" v="108" actId="26606"/>
          <ac:spMkLst>
            <pc:docMk/>
            <pc:sldMk cId="1176073979" sldId="257"/>
            <ac:spMk id="9" creationId="{52B28D97-4D14-4144-8F96-2231FDFEF5A6}"/>
          </ac:spMkLst>
        </pc:spChg>
        <pc:spChg chg="add del">
          <ac:chgData name="Yavar Khan" userId="adf09dfa02e22036" providerId="LiveId" clId="{08FE525B-7842-4041-9261-C5212DB71C98}" dt="2020-05-15T07:40:25.229" v="106" actId="26606"/>
          <ac:spMkLst>
            <pc:docMk/>
            <pc:sldMk cId="1176073979" sldId="257"/>
            <ac:spMk id="10" creationId="{D0394FE2-BDDA-4ECE-B320-81AE19E90566}"/>
          </ac:spMkLst>
        </pc:spChg>
        <pc:spChg chg="add del">
          <ac:chgData name="Yavar Khan" userId="adf09dfa02e22036" providerId="LiveId" clId="{08FE525B-7842-4041-9261-C5212DB71C98}" dt="2020-05-15T07:48:42.778" v="158" actId="26606"/>
          <ac:spMkLst>
            <pc:docMk/>
            <pc:sldMk cId="1176073979" sldId="257"/>
            <ac:spMk id="11" creationId="{9F234FBA-3501-47B4-AE0C-AA4AFBC8F603}"/>
          </ac:spMkLst>
        </pc:spChg>
        <pc:spChg chg="add del">
          <ac:chgData name="Yavar Khan" userId="adf09dfa02e22036" providerId="LiveId" clId="{08FE525B-7842-4041-9261-C5212DB71C98}" dt="2020-05-15T07:40:25.229" v="106" actId="26606"/>
          <ac:spMkLst>
            <pc:docMk/>
            <pc:sldMk cId="1176073979" sldId="257"/>
            <ac:spMk id="12" creationId="{0625AAC5-802A-4197-8804-2B78FF65CEE8}"/>
          </ac:spMkLst>
        </pc:spChg>
        <pc:spChg chg="add del">
          <ac:chgData name="Yavar Khan" userId="adf09dfa02e22036" providerId="LiveId" clId="{08FE525B-7842-4041-9261-C5212DB71C98}" dt="2020-05-15T07:48:42.778" v="158" actId="26606"/>
          <ac:spMkLst>
            <pc:docMk/>
            <pc:sldMk cId="1176073979" sldId="257"/>
            <ac:spMk id="13" creationId="{B5EF893B-0491-416E-9D33-BADE9600792A}"/>
          </ac:spMkLst>
        </pc:spChg>
        <pc:spChg chg="add del">
          <ac:chgData name="Yavar Khan" userId="adf09dfa02e22036" providerId="LiveId" clId="{08FE525B-7842-4041-9261-C5212DB71C98}" dt="2020-05-15T07:40:25.229" v="106" actId="26606"/>
          <ac:spMkLst>
            <pc:docMk/>
            <pc:sldMk cId="1176073979" sldId="257"/>
            <ac:spMk id="14" creationId="{A1B139DD-0E8D-42FA-9171-C5F001754A88}"/>
          </ac:spMkLst>
        </pc:spChg>
        <pc:spChg chg="add del">
          <ac:chgData name="Yavar Khan" userId="adf09dfa02e22036" providerId="LiveId" clId="{08FE525B-7842-4041-9261-C5212DB71C98}" dt="2020-05-15T07:40:34.052" v="108" actId="26606"/>
          <ac:spMkLst>
            <pc:docMk/>
            <pc:sldMk cId="1176073979" sldId="257"/>
            <ac:spMk id="16" creationId="{F6CA58B3-AFCC-4A40-9882-50D5080879B0}"/>
          </ac:spMkLst>
        </pc:spChg>
        <pc:spChg chg="add del">
          <ac:chgData name="Yavar Khan" userId="adf09dfa02e22036" providerId="LiveId" clId="{08FE525B-7842-4041-9261-C5212DB71C98}" dt="2020-05-15T07:40:34.052" v="108" actId="26606"/>
          <ac:spMkLst>
            <pc:docMk/>
            <pc:sldMk cId="1176073979" sldId="257"/>
            <ac:spMk id="17" creationId="{231BF440-39FA-4087-84CC-2EEC0BBDAF29}"/>
          </ac:spMkLst>
        </pc:spChg>
        <pc:spChg chg="add del">
          <ac:chgData name="Yavar Khan" userId="adf09dfa02e22036" providerId="LiveId" clId="{08FE525B-7842-4041-9261-C5212DB71C98}" dt="2020-05-15T07:40:34.052" v="108" actId="26606"/>
          <ac:spMkLst>
            <pc:docMk/>
            <pc:sldMk cId="1176073979" sldId="257"/>
            <ac:spMk id="18" creationId="{75C56826-D4E5-42ED-8529-079651CB3005}"/>
          </ac:spMkLst>
        </pc:spChg>
        <pc:spChg chg="add del">
          <ac:chgData name="Yavar Khan" userId="adf09dfa02e22036" providerId="LiveId" clId="{08FE525B-7842-4041-9261-C5212DB71C98}" dt="2020-05-15T07:40:34.052" v="108" actId="26606"/>
          <ac:spMkLst>
            <pc:docMk/>
            <pc:sldMk cId="1176073979" sldId="257"/>
            <ac:spMk id="19" creationId="{F04E4CBA-303B-48BD-8451-C2701CB0EEBF}"/>
          </ac:spMkLst>
        </pc:spChg>
        <pc:spChg chg="add del">
          <ac:chgData name="Yavar Khan" userId="adf09dfa02e22036" providerId="LiveId" clId="{08FE525B-7842-4041-9261-C5212DB71C98}" dt="2020-05-15T07:40:34.052" v="108" actId="26606"/>
          <ac:spMkLst>
            <pc:docMk/>
            <pc:sldMk cId="1176073979" sldId="257"/>
            <ac:spMk id="20" creationId="{82095FCE-EF05-4443-B97A-85DEE3A5CA17}"/>
          </ac:spMkLst>
        </pc:spChg>
        <pc:spChg chg="add del">
          <ac:chgData name="Yavar Khan" userId="adf09dfa02e22036" providerId="LiveId" clId="{08FE525B-7842-4041-9261-C5212DB71C98}" dt="2020-05-15T07:49:04.204" v="160" actId="26606"/>
          <ac:spMkLst>
            <pc:docMk/>
            <pc:sldMk cId="1176073979" sldId="257"/>
            <ac:spMk id="21" creationId="{32BC26D8-82FB-445E-AA49-62A77D7C1EE0}"/>
          </ac:spMkLst>
        </pc:spChg>
        <pc:spChg chg="add del">
          <ac:chgData name="Yavar Khan" userId="adf09dfa02e22036" providerId="LiveId" clId="{08FE525B-7842-4041-9261-C5212DB71C98}" dt="2020-05-15T07:40:34.052" v="108" actId="26606"/>
          <ac:spMkLst>
            <pc:docMk/>
            <pc:sldMk cId="1176073979" sldId="257"/>
            <ac:spMk id="22" creationId="{CA00AE6B-AA30-4CF8-BA6F-339B780AD76C}"/>
          </ac:spMkLst>
        </pc:spChg>
        <pc:spChg chg="add del">
          <ac:chgData name="Yavar Khan" userId="adf09dfa02e22036" providerId="LiveId" clId="{08FE525B-7842-4041-9261-C5212DB71C98}" dt="2020-05-15T07:49:04.204" v="160" actId="26606"/>
          <ac:spMkLst>
            <pc:docMk/>
            <pc:sldMk cId="1176073979" sldId="257"/>
            <ac:spMk id="23" creationId="{CB44330D-EA18-4254-AA95-EB49948539B8}"/>
          </ac:spMkLst>
        </pc:spChg>
        <pc:spChg chg="add del">
          <ac:chgData name="Yavar Khan" userId="adf09dfa02e22036" providerId="LiveId" clId="{08FE525B-7842-4041-9261-C5212DB71C98}" dt="2020-05-15T07:41:14.597" v="114" actId="26606"/>
          <ac:spMkLst>
            <pc:docMk/>
            <pc:sldMk cId="1176073979" sldId="257"/>
            <ac:spMk id="24" creationId="{8CB5D2D7-DF65-4E86-BFBA-FFB9B5ACEB64}"/>
          </ac:spMkLst>
        </pc:spChg>
        <pc:spChg chg="add del">
          <ac:chgData name="Yavar Khan" userId="adf09dfa02e22036" providerId="LiveId" clId="{08FE525B-7842-4041-9261-C5212DB71C98}" dt="2020-05-15T07:41:14.597" v="114" actId="26606"/>
          <ac:spMkLst>
            <pc:docMk/>
            <pc:sldMk cId="1176073979" sldId="257"/>
            <ac:spMk id="25" creationId="{6ECA6DCB-B7E1-40A9-9524-540C6DA40B1B}"/>
          </ac:spMkLst>
        </pc:spChg>
        <pc:spChg chg="add del">
          <ac:chgData name="Yavar Khan" userId="adf09dfa02e22036" providerId="LiveId" clId="{08FE525B-7842-4041-9261-C5212DB71C98}" dt="2020-05-15T07:49:19.573" v="164" actId="26606"/>
          <ac:spMkLst>
            <pc:docMk/>
            <pc:sldMk cId="1176073979" sldId="257"/>
            <ac:spMk id="27" creationId="{B5EF893B-0491-416E-9D33-BADE9600792A}"/>
          </ac:spMkLst>
        </pc:spChg>
        <pc:spChg chg="add del">
          <ac:chgData name="Yavar Khan" userId="adf09dfa02e22036" providerId="LiveId" clId="{08FE525B-7842-4041-9261-C5212DB71C98}" dt="2020-05-15T07:41:14.597" v="114" actId="26606"/>
          <ac:spMkLst>
            <pc:docMk/>
            <pc:sldMk cId="1176073979" sldId="257"/>
            <ac:spMk id="28" creationId="{3873B707-463F-40B0-8227-E8CC6C67EB25}"/>
          </ac:spMkLst>
        </pc:spChg>
        <pc:spChg chg="add del mod ord">
          <ac:chgData name="Yavar Khan" userId="adf09dfa02e22036" providerId="LiveId" clId="{08FE525B-7842-4041-9261-C5212DB71C98}" dt="2020-05-15T07:47:59.752" v="152" actId="478"/>
          <ac:spMkLst>
            <pc:docMk/>
            <pc:sldMk cId="1176073979" sldId="257"/>
            <ac:spMk id="29" creationId="{4F995D77-17FC-433A-A40E-A2CED7C4E4AD}"/>
          </ac:spMkLst>
        </pc:spChg>
        <pc:spChg chg="add del">
          <ac:chgData name="Yavar Khan" userId="adf09dfa02e22036" providerId="LiveId" clId="{08FE525B-7842-4041-9261-C5212DB71C98}" dt="2020-05-15T07:41:14.597" v="114" actId="26606"/>
          <ac:spMkLst>
            <pc:docMk/>
            <pc:sldMk cId="1176073979" sldId="257"/>
            <ac:spMk id="30" creationId="{C13237C8-E62C-4F0D-A318-BD6FB6C2D138}"/>
          </ac:spMkLst>
        </pc:spChg>
        <pc:spChg chg="add del">
          <ac:chgData name="Yavar Khan" userId="adf09dfa02e22036" providerId="LiveId" clId="{08FE525B-7842-4041-9261-C5212DB71C98}" dt="2020-05-15T07:41:14.597" v="114" actId="26606"/>
          <ac:spMkLst>
            <pc:docMk/>
            <pc:sldMk cId="1176073979" sldId="257"/>
            <ac:spMk id="31" creationId="{19C9EAEA-39D0-4B0E-A0EB-51E7B26740B1}"/>
          </ac:spMkLst>
        </pc:spChg>
        <pc:spChg chg="add del">
          <ac:chgData name="Yavar Khan" userId="adf09dfa02e22036" providerId="LiveId" clId="{08FE525B-7842-4041-9261-C5212DB71C98}" dt="2020-05-15T07:47:31.135" v="150" actId="26606"/>
          <ac:spMkLst>
            <pc:docMk/>
            <pc:sldMk cId="1176073979" sldId="257"/>
            <ac:spMk id="34" creationId="{E8A8EAB8-D2FF-444D-B34B-7D32F106AD0E}"/>
          </ac:spMkLst>
        </pc:spChg>
        <pc:spChg chg="add del">
          <ac:chgData name="Yavar Khan" userId="adf09dfa02e22036" providerId="LiveId" clId="{08FE525B-7842-4041-9261-C5212DB71C98}" dt="2020-05-15T07:41:14.554" v="113" actId="26606"/>
          <ac:spMkLst>
            <pc:docMk/>
            <pc:sldMk cId="1176073979" sldId="257"/>
            <ac:spMk id="36" creationId="{231BF440-39FA-4087-84CC-2EEC0BBDAF29}"/>
          </ac:spMkLst>
        </pc:spChg>
        <pc:spChg chg="add del">
          <ac:chgData name="Yavar Khan" userId="adf09dfa02e22036" providerId="LiveId" clId="{08FE525B-7842-4041-9261-C5212DB71C98}" dt="2020-05-15T07:41:14.554" v="113" actId="26606"/>
          <ac:spMkLst>
            <pc:docMk/>
            <pc:sldMk cId="1176073979" sldId="257"/>
            <ac:spMk id="38" creationId="{F04E4CBA-303B-48BD-8451-C2701CB0EEBF}"/>
          </ac:spMkLst>
        </pc:spChg>
        <pc:spChg chg="add del">
          <ac:chgData name="Yavar Khan" userId="adf09dfa02e22036" providerId="LiveId" clId="{08FE525B-7842-4041-9261-C5212DB71C98}" dt="2020-05-15T07:41:14.554" v="113" actId="26606"/>
          <ac:spMkLst>
            <pc:docMk/>
            <pc:sldMk cId="1176073979" sldId="257"/>
            <ac:spMk id="40" creationId="{F6CA58B3-AFCC-4A40-9882-50D5080879B0}"/>
          </ac:spMkLst>
        </pc:spChg>
        <pc:spChg chg="add del">
          <ac:chgData name="Yavar Khan" userId="adf09dfa02e22036" providerId="LiveId" clId="{08FE525B-7842-4041-9261-C5212DB71C98}" dt="2020-05-15T07:49:32.368" v="172" actId="26606"/>
          <ac:spMkLst>
            <pc:docMk/>
            <pc:sldMk cId="1176073979" sldId="257"/>
            <ac:spMk id="41" creationId="{C83A5C14-ED91-4CD1-809E-D29FF97C9AF5}"/>
          </ac:spMkLst>
        </pc:spChg>
        <pc:spChg chg="add del">
          <ac:chgData name="Yavar Khan" userId="adf09dfa02e22036" providerId="LiveId" clId="{08FE525B-7842-4041-9261-C5212DB71C98}" dt="2020-05-15T07:41:14.554" v="113" actId="26606"/>
          <ac:spMkLst>
            <pc:docMk/>
            <pc:sldMk cId="1176073979" sldId="257"/>
            <ac:spMk id="42" creationId="{75C56826-D4E5-42ED-8529-079651CB3005}"/>
          </ac:spMkLst>
        </pc:spChg>
        <pc:spChg chg="add del">
          <ac:chgData name="Yavar Khan" userId="adf09dfa02e22036" providerId="LiveId" clId="{08FE525B-7842-4041-9261-C5212DB71C98}" dt="2020-05-15T07:49:32.368" v="172" actId="26606"/>
          <ac:spMkLst>
            <pc:docMk/>
            <pc:sldMk cId="1176073979" sldId="257"/>
            <ac:spMk id="43" creationId="{56065185-5C34-4F86-AA96-AA4D065B0EF4}"/>
          </ac:spMkLst>
        </pc:spChg>
        <pc:spChg chg="add del">
          <ac:chgData name="Yavar Khan" userId="adf09dfa02e22036" providerId="LiveId" clId="{08FE525B-7842-4041-9261-C5212DB71C98}" dt="2020-05-15T07:41:14.554" v="113" actId="26606"/>
          <ac:spMkLst>
            <pc:docMk/>
            <pc:sldMk cId="1176073979" sldId="257"/>
            <ac:spMk id="44" creationId="{82095FCE-EF05-4443-B97A-85DEE3A5CA17}"/>
          </ac:spMkLst>
        </pc:spChg>
        <pc:spChg chg="add del">
          <ac:chgData name="Yavar Khan" userId="adf09dfa02e22036" providerId="LiveId" clId="{08FE525B-7842-4041-9261-C5212DB71C98}" dt="2020-05-15T07:49:34.686" v="174" actId="26606"/>
          <ac:spMkLst>
            <pc:docMk/>
            <pc:sldMk cId="1176073979" sldId="257"/>
            <ac:spMk id="45" creationId="{38CB19FB-7C96-4FEC-9331-E826E4E36CE4}"/>
          </ac:spMkLst>
        </pc:spChg>
        <pc:spChg chg="add del">
          <ac:chgData name="Yavar Khan" userId="adf09dfa02e22036" providerId="LiveId" clId="{08FE525B-7842-4041-9261-C5212DB71C98}" dt="2020-05-15T07:41:14.554" v="113" actId="26606"/>
          <ac:spMkLst>
            <pc:docMk/>
            <pc:sldMk cId="1176073979" sldId="257"/>
            <ac:spMk id="46" creationId="{CA00AE6B-AA30-4CF8-BA6F-339B780AD76C}"/>
          </ac:spMkLst>
        </pc:spChg>
        <pc:spChg chg="add del">
          <ac:chgData name="Yavar Khan" userId="adf09dfa02e22036" providerId="LiveId" clId="{08FE525B-7842-4041-9261-C5212DB71C98}" dt="2020-05-15T07:42:29.817" v="122" actId="26606"/>
          <ac:spMkLst>
            <pc:docMk/>
            <pc:sldMk cId="1176073979" sldId="257"/>
            <ac:spMk id="48" creationId="{F4F2FC05-7D27-410F-BDA9-ADF4831368C7}"/>
          </ac:spMkLst>
        </pc:spChg>
        <pc:spChg chg="add del">
          <ac:chgData name="Yavar Khan" userId="adf09dfa02e22036" providerId="LiveId" clId="{08FE525B-7842-4041-9261-C5212DB71C98}" dt="2020-05-15T07:42:29.817" v="122" actId="26606"/>
          <ac:spMkLst>
            <pc:docMk/>
            <pc:sldMk cId="1176073979" sldId="257"/>
            <ac:spMk id="49" creationId="{9080D120-BD54-46E1-BA37-82F5E8089E90}"/>
          </ac:spMkLst>
        </pc:spChg>
        <pc:spChg chg="add del">
          <ac:chgData name="Yavar Khan" userId="adf09dfa02e22036" providerId="LiveId" clId="{08FE525B-7842-4041-9261-C5212DB71C98}" dt="2020-05-15T07:42:29.817" v="122" actId="26606"/>
          <ac:spMkLst>
            <pc:docMk/>
            <pc:sldMk cId="1176073979" sldId="257"/>
            <ac:spMk id="50" creationId="{81D83946-74FA-498A-AC80-9926F041B5C5}"/>
          </ac:spMkLst>
        </pc:spChg>
        <pc:spChg chg="add del">
          <ac:chgData name="Yavar Khan" userId="adf09dfa02e22036" providerId="LiveId" clId="{08FE525B-7842-4041-9261-C5212DB71C98}" dt="2020-05-15T07:42:29.817" v="122" actId="26606"/>
          <ac:spMkLst>
            <pc:docMk/>
            <pc:sldMk cId="1176073979" sldId="257"/>
            <ac:spMk id="51" creationId="{5060D983-8B52-443A-8183-2A1DE05618B5}"/>
          </ac:spMkLst>
        </pc:spChg>
        <pc:spChg chg="add del">
          <ac:chgData name="Yavar Khan" userId="adf09dfa02e22036" providerId="LiveId" clId="{08FE525B-7842-4041-9261-C5212DB71C98}" dt="2020-05-15T07:42:10.819" v="119" actId="26606"/>
          <ac:spMkLst>
            <pc:docMk/>
            <pc:sldMk cId="1176073979" sldId="257"/>
            <ac:spMk id="56" creationId="{6ECA6DCB-B7E1-40A9-9524-540C6DA40B1B}"/>
          </ac:spMkLst>
        </pc:spChg>
        <pc:spChg chg="add del">
          <ac:chgData name="Yavar Khan" userId="adf09dfa02e22036" providerId="LiveId" clId="{08FE525B-7842-4041-9261-C5212DB71C98}" dt="2020-05-15T07:53:12.792" v="202" actId="26606"/>
          <ac:spMkLst>
            <pc:docMk/>
            <pc:sldMk cId="1176073979" sldId="257"/>
            <ac:spMk id="59" creationId="{32BC26D8-82FB-445E-AA49-62A77D7C1EE0}"/>
          </ac:spMkLst>
        </pc:spChg>
        <pc:spChg chg="add del">
          <ac:chgData name="Yavar Khan" userId="adf09dfa02e22036" providerId="LiveId" clId="{08FE525B-7842-4041-9261-C5212DB71C98}" dt="2020-05-15T07:53:12.792" v="202" actId="26606"/>
          <ac:spMkLst>
            <pc:docMk/>
            <pc:sldMk cId="1176073979" sldId="257"/>
            <ac:spMk id="60" creationId="{CB44330D-EA18-4254-AA95-EB49948539B8}"/>
          </ac:spMkLst>
        </pc:spChg>
        <pc:spChg chg="add del">
          <ac:chgData name="Yavar Khan" userId="adf09dfa02e22036" providerId="LiveId" clId="{08FE525B-7842-4041-9261-C5212DB71C98}" dt="2020-05-15T07:42:10.819" v="119" actId="26606"/>
          <ac:spMkLst>
            <pc:docMk/>
            <pc:sldMk cId="1176073979" sldId="257"/>
            <ac:spMk id="62" creationId="{3873B707-463F-40B0-8227-E8CC6C67EB25}"/>
          </ac:spMkLst>
        </pc:spChg>
        <pc:spChg chg="add del">
          <ac:chgData name="Yavar Khan" userId="adf09dfa02e22036" providerId="LiveId" clId="{08FE525B-7842-4041-9261-C5212DB71C98}" dt="2020-05-15T07:42:29.797" v="121" actId="26606"/>
          <ac:spMkLst>
            <pc:docMk/>
            <pc:sldMk cId="1176073979" sldId="257"/>
            <ac:spMk id="63" creationId="{D5B0017B-2ECA-49AF-B397-DC140825DF8D}"/>
          </ac:spMkLst>
        </pc:spChg>
        <pc:spChg chg="add del">
          <ac:chgData name="Yavar Khan" userId="adf09dfa02e22036" providerId="LiveId" clId="{08FE525B-7842-4041-9261-C5212DB71C98}" dt="2020-05-15T07:42:10.819" v="119" actId="26606"/>
          <ac:spMkLst>
            <pc:docMk/>
            <pc:sldMk cId="1176073979" sldId="257"/>
            <ac:spMk id="64" creationId="{C13237C8-E62C-4F0D-A318-BD6FB6C2D138}"/>
          </ac:spMkLst>
        </pc:spChg>
        <pc:spChg chg="add del">
          <ac:chgData name="Yavar Khan" userId="adf09dfa02e22036" providerId="LiveId" clId="{08FE525B-7842-4041-9261-C5212DB71C98}" dt="2020-05-15T07:42:10.819" v="119" actId="26606"/>
          <ac:spMkLst>
            <pc:docMk/>
            <pc:sldMk cId="1176073979" sldId="257"/>
            <ac:spMk id="66" creationId="{19C9EAEA-39D0-4B0E-A0EB-51E7B26740B1}"/>
          </ac:spMkLst>
        </pc:spChg>
        <pc:spChg chg="add del">
          <ac:chgData name="Yavar Khan" userId="adf09dfa02e22036" providerId="LiveId" clId="{08FE525B-7842-4041-9261-C5212DB71C98}" dt="2020-05-15T07:50:17.857" v="179" actId="26606"/>
          <ac:spMkLst>
            <pc:docMk/>
            <pc:sldMk cId="1176073979" sldId="257"/>
            <ac:spMk id="67" creationId="{4C61BD32-7542-4D52-BA5A-3ADE869BF8AC}"/>
          </ac:spMkLst>
        </pc:spChg>
        <pc:spChg chg="add del">
          <ac:chgData name="Yavar Khan" userId="adf09dfa02e22036" providerId="LiveId" clId="{08FE525B-7842-4041-9261-C5212DB71C98}" dt="2020-05-15T07:42:10.819" v="119" actId="26606"/>
          <ac:spMkLst>
            <pc:docMk/>
            <pc:sldMk cId="1176073979" sldId="257"/>
            <ac:spMk id="68" creationId="{8CB5D2D7-DF65-4E86-BFBA-FFB9B5ACEB64}"/>
          </ac:spMkLst>
        </pc:spChg>
        <pc:spChg chg="add del">
          <ac:chgData name="Yavar Khan" userId="adf09dfa02e22036" providerId="LiveId" clId="{08FE525B-7842-4041-9261-C5212DB71C98}" dt="2020-05-15T07:50:17.857" v="179" actId="26606"/>
          <ac:spMkLst>
            <pc:docMk/>
            <pc:sldMk cId="1176073979" sldId="257"/>
            <ac:spMk id="69" creationId="{53BB5D57-6178-4F62-B472-0312F6D95A85}"/>
          </ac:spMkLst>
        </pc:spChg>
        <pc:spChg chg="add del">
          <ac:chgData name="Yavar Khan" userId="adf09dfa02e22036" providerId="LiveId" clId="{08FE525B-7842-4041-9261-C5212DB71C98}" dt="2020-05-15T07:42:29.797" v="121" actId="26606"/>
          <ac:spMkLst>
            <pc:docMk/>
            <pc:sldMk cId="1176073979" sldId="257"/>
            <ac:spMk id="70" creationId="{F5A5F1D7-F0D0-4687-9BD3-CA6A0714C634}"/>
          </ac:spMkLst>
        </pc:spChg>
        <pc:spChg chg="add del">
          <ac:chgData name="Yavar Khan" userId="adf09dfa02e22036" providerId="LiveId" clId="{08FE525B-7842-4041-9261-C5212DB71C98}" dt="2020-05-15T07:50:19.348" v="181" actId="26606"/>
          <ac:spMkLst>
            <pc:docMk/>
            <pc:sldMk cId="1176073979" sldId="257"/>
            <ac:spMk id="72" creationId="{32BC26D8-82FB-445E-AA49-62A77D7C1EE0}"/>
          </ac:spMkLst>
        </pc:spChg>
        <pc:spChg chg="add del">
          <ac:chgData name="Yavar Khan" userId="adf09dfa02e22036" providerId="LiveId" clId="{08FE525B-7842-4041-9261-C5212DB71C98}" dt="2020-05-15T07:50:19.348" v="181" actId="26606"/>
          <ac:spMkLst>
            <pc:docMk/>
            <pc:sldMk cId="1176073979" sldId="257"/>
            <ac:spMk id="73" creationId="{CB44330D-EA18-4254-AA95-EB49948539B8}"/>
          </ac:spMkLst>
        </pc:spChg>
        <pc:spChg chg="add del">
          <ac:chgData name="Yavar Khan" userId="adf09dfa02e22036" providerId="LiveId" clId="{08FE525B-7842-4041-9261-C5212DB71C98}" dt="2020-05-15T08:34:36.706" v="451" actId="26606"/>
          <ac:spMkLst>
            <pc:docMk/>
            <pc:sldMk cId="1176073979" sldId="257"/>
            <ac:spMk id="74" creationId="{F3060C83-F051-4F0E-ABAD-AA0DFC48B218}"/>
          </ac:spMkLst>
        </pc:spChg>
        <pc:spChg chg="add del">
          <ac:chgData name="Yavar Khan" userId="adf09dfa02e22036" providerId="LiveId" clId="{08FE525B-7842-4041-9261-C5212DB71C98}" dt="2020-05-15T07:50:43.931" v="187" actId="26606"/>
          <ac:spMkLst>
            <pc:docMk/>
            <pc:sldMk cId="1176073979" sldId="257"/>
            <ac:spMk id="75" creationId="{2215C6C6-E45C-4179-9FC1-E8A4C1D47430}"/>
          </ac:spMkLst>
        </pc:spChg>
        <pc:spChg chg="add del">
          <ac:chgData name="Yavar Khan" userId="adf09dfa02e22036" providerId="LiveId" clId="{08FE525B-7842-4041-9261-C5212DB71C98}" dt="2020-05-15T08:34:36.706" v="451" actId="26606"/>
          <ac:spMkLst>
            <pc:docMk/>
            <pc:sldMk cId="1176073979" sldId="257"/>
            <ac:spMk id="77" creationId="{3ECA69A1-7536-43AC-85EF-C7106179F5ED}"/>
          </ac:spMkLst>
        </pc:spChg>
        <pc:spChg chg="add del">
          <ac:chgData name="Yavar Khan" userId="adf09dfa02e22036" providerId="LiveId" clId="{08FE525B-7842-4041-9261-C5212DB71C98}" dt="2020-05-15T08:34:36.706" v="451" actId="26606"/>
          <ac:spMkLst>
            <pc:docMk/>
            <pc:sldMk cId="1176073979" sldId="257"/>
            <ac:spMk id="78" creationId="{83C98ABE-055B-441F-B07E-44F97F083C39}"/>
          </ac:spMkLst>
        </pc:spChg>
        <pc:spChg chg="add del">
          <ac:chgData name="Yavar Khan" userId="adf09dfa02e22036" providerId="LiveId" clId="{08FE525B-7842-4041-9261-C5212DB71C98}" dt="2020-05-15T07:50:43.931" v="187" actId="26606"/>
          <ac:spMkLst>
            <pc:docMk/>
            <pc:sldMk cId="1176073979" sldId="257"/>
            <ac:spMk id="79" creationId="{3776B14B-F2F4-4825-8DA8-8C7A0F2B3960}"/>
          </ac:spMkLst>
        </pc:spChg>
        <pc:spChg chg="add del">
          <ac:chgData name="Yavar Khan" userId="adf09dfa02e22036" providerId="LiveId" clId="{08FE525B-7842-4041-9261-C5212DB71C98}" dt="2020-05-15T08:34:36.706" v="451" actId="26606"/>
          <ac:spMkLst>
            <pc:docMk/>
            <pc:sldMk cId="1176073979" sldId="257"/>
            <ac:spMk id="80" creationId="{29FDB030-9B49-4CED-8CCD-4D99382388AC}"/>
          </ac:spMkLst>
        </pc:spChg>
        <pc:spChg chg="add del">
          <ac:chgData name="Yavar Khan" userId="adf09dfa02e22036" providerId="LiveId" clId="{08FE525B-7842-4041-9261-C5212DB71C98}" dt="2020-05-15T08:34:36.706" v="451" actId="26606"/>
          <ac:spMkLst>
            <pc:docMk/>
            <pc:sldMk cId="1176073979" sldId="257"/>
            <ac:spMk id="81" creationId="{3783CA14-24A1-485C-8B30-D6A5D87987AD}"/>
          </ac:spMkLst>
        </pc:spChg>
        <pc:spChg chg="add del">
          <ac:chgData name="Yavar Khan" userId="adf09dfa02e22036" providerId="LiveId" clId="{08FE525B-7842-4041-9261-C5212DB71C98}" dt="2020-05-15T08:34:36.706" v="451" actId="26606"/>
          <ac:spMkLst>
            <pc:docMk/>
            <pc:sldMk cId="1176073979" sldId="257"/>
            <ac:spMk id="82" creationId="{9A97C86A-04D6-40F7-AE84-31AB43E6A846}"/>
          </ac:spMkLst>
        </pc:spChg>
        <pc:spChg chg="add del">
          <ac:chgData name="Yavar Khan" userId="adf09dfa02e22036" providerId="LiveId" clId="{08FE525B-7842-4041-9261-C5212DB71C98}" dt="2020-05-15T08:34:36.706" v="451" actId="26606"/>
          <ac:spMkLst>
            <pc:docMk/>
            <pc:sldMk cId="1176073979" sldId="257"/>
            <ac:spMk id="83" creationId="{FF9F2414-84E8-453E-B1F3-389FDE8192D9}"/>
          </ac:spMkLst>
        </pc:spChg>
        <pc:spChg chg="add del">
          <ac:chgData name="Yavar Khan" userId="adf09dfa02e22036" providerId="LiveId" clId="{08FE525B-7842-4041-9261-C5212DB71C98}" dt="2020-05-15T08:39:14.237" v="477" actId="26606"/>
          <ac:spMkLst>
            <pc:docMk/>
            <pc:sldMk cId="1176073979" sldId="257"/>
            <ac:spMk id="88" creationId="{569BBA9B-8F4E-4D2B-BEFA-41A475443377}"/>
          </ac:spMkLst>
        </pc:spChg>
        <pc:spChg chg="add del">
          <ac:chgData name="Yavar Khan" userId="adf09dfa02e22036" providerId="LiveId" clId="{08FE525B-7842-4041-9261-C5212DB71C98}" dt="2020-05-15T08:39:14.237" v="477" actId="26606"/>
          <ac:spMkLst>
            <pc:docMk/>
            <pc:sldMk cId="1176073979" sldId="257"/>
            <ac:spMk id="90" creationId="{851012D1-8033-40B1-9EC0-91390FFC7403}"/>
          </ac:spMkLst>
        </pc:spChg>
        <pc:spChg chg="add del">
          <ac:chgData name="Yavar Khan" userId="adf09dfa02e22036" providerId="LiveId" clId="{08FE525B-7842-4041-9261-C5212DB71C98}" dt="2020-05-15T08:39:14.237" v="477" actId="26606"/>
          <ac:spMkLst>
            <pc:docMk/>
            <pc:sldMk cId="1176073979" sldId="257"/>
            <ac:spMk id="92" creationId="{2E80C965-DB6D-4F81-9E9E-B027384D0BD6}"/>
          </ac:spMkLst>
        </pc:spChg>
        <pc:spChg chg="add del">
          <ac:chgData name="Yavar Khan" userId="adf09dfa02e22036" providerId="LiveId" clId="{08FE525B-7842-4041-9261-C5212DB71C98}" dt="2020-05-15T08:39:14.237" v="477" actId="26606"/>
          <ac:spMkLst>
            <pc:docMk/>
            <pc:sldMk cId="1176073979" sldId="257"/>
            <ac:spMk id="94" creationId="{D291F021-C45C-4D44-A2B8-A789E386CC42}"/>
          </ac:spMkLst>
        </pc:spChg>
        <pc:spChg chg="add del">
          <ac:chgData name="Yavar Khan" userId="adf09dfa02e22036" providerId="LiveId" clId="{08FE525B-7842-4041-9261-C5212DB71C98}" dt="2020-05-15T08:39:14.196" v="476" actId="26606"/>
          <ac:spMkLst>
            <pc:docMk/>
            <pc:sldMk cId="1176073979" sldId="257"/>
            <ac:spMk id="99" creationId="{46D6306C-ED4F-4AAE-B4A5-EEA6AFAD726E}"/>
          </ac:spMkLst>
        </pc:spChg>
        <pc:spChg chg="add del">
          <ac:chgData name="Yavar Khan" userId="adf09dfa02e22036" providerId="LiveId" clId="{08FE525B-7842-4041-9261-C5212DB71C98}" dt="2020-05-15T08:39:14.196" v="476" actId="26606"/>
          <ac:spMkLst>
            <pc:docMk/>
            <pc:sldMk cId="1176073979" sldId="257"/>
            <ac:spMk id="101" creationId="{0EC5361D-F897-4856-B945-0455A365EB24}"/>
          </ac:spMkLst>
        </pc:spChg>
        <pc:spChg chg="add del">
          <ac:chgData name="Yavar Khan" userId="adf09dfa02e22036" providerId="LiveId" clId="{08FE525B-7842-4041-9261-C5212DB71C98}" dt="2020-05-15T08:39:14.196" v="476" actId="26606"/>
          <ac:spMkLst>
            <pc:docMk/>
            <pc:sldMk cId="1176073979" sldId="257"/>
            <ac:spMk id="103" creationId="{4508C0C5-2268-42B5-B3C8-4D0899E05F8C}"/>
          </ac:spMkLst>
        </pc:spChg>
        <pc:spChg chg="add del">
          <ac:chgData name="Yavar Khan" userId="adf09dfa02e22036" providerId="LiveId" clId="{08FE525B-7842-4041-9261-C5212DB71C98}" dt="2020-05-15T08:39:14.196" v="476" actId="26606"/>
          <ac:spMkLst>
            <pc:docMk/>
            <pc:sldMk cId="1176073979" sldId="257"/>
            <ac:spMk id="105" creationId="{141ACBDB-38F8-4B34-8183-BD95B4E55A62}"/>
          </ac:spMkLst>
        </pc:spChg>
        <pc:spChg chg="add del">
          <ac:chgData name="Yavar Khan" userId="adf09dfa02e22036" providerId="LiveId" clId="{08FE525B-7842-4041-9261-C5212DB71C98}" dt="2020-05-15T08:39:14.196" v="476" actId="26606"/>
          <ac:spMkLst>
            <pc:docMk/>
            <pc:sldMk cId="1176073979" sldId="257"/>
            <ac:spMk id="107" creationId="{DE00DB52-3455-4E2F-867B-A6D0516E175B}"/>
          </ac:spMkLst>
        </pc:spChg>
        <pc:spChg chg="add del">
          <ac:chgData name="Yavar Khan" userId="adf09dfa02e22036" providerId="LiveId" clId="{08FE525B-7842-4041-9261-C5212DB71C98}" dt="2020-05-15T08:39:14.196" v="476" actId="26606"/>
          <ac:spMkLst>
            <pc:docMk/>
            <pc:sldMk cId="1176073979" sldId="257"/>
            <ac:spMk id="109" creationId="{9E914C83-E0D8-4953-92D5-169D28CB43AE}"/>
          </ac:spMkLst>
        </pc:spChg>
        <pc:spChg chg="add del">
          <ac:chgData name="Yavar Khan" userId="adf09dfa02e22036" providerId="LiveId" clId="{08FE525B-7842-4041-9261-C5212DB71C98}" dt="2020-05-15T08:39:14.196" v="476" actId="26606"/>
          <ac:spMkLst>
            <pc:docMk/>
            <pc:sldMk cId="1176073979" sldId="257"/>
            <ac:spMk id="111" creationId="{3512E083-F550-46AF-8490-767ECFD00CB7}"/>
          </ac:spMkLst>
        </pc:spChg>
        <pc:spChg chg="add del">
          <ac:chgData name="Yavar Khan" userId="adf09dfa02e22036" providerId="LiveId" clId="{08FE525B-7842-4041-9261-C5212DB71C98}" dt="2020-05-15T08:41:27.218" v="485" actId="26606"/>
          <ac:spMkLst>
            <pc:docMk/>
            <pc:sldMk cId="1176073979" sldId="257"/>
            <ac:spMk id="113" creationId="{F3060C83-F051-4F0E-ABAD-AA0DFC48B218}"/>
          </ac:spMkLst>
        </pc:spChg>
        <pc:spChg chg="add del">
          <ac:chgData name="Yavar Khan" userId="adf09dfa02e22036" providerId="LiveId" clId="{08FE525B-7842-4041-9261-C5212DB71C98}" dt="2020-05-15T08:41:27.218" v="485" actId="26606"/>
          <ac:spMkLst>
            <pc:docMk/>
            <pc:sldMk cId="1176073979" sldId="257"/>
            <ac:spMk id="114" creationId="{83C98ABE-055B-441F-B07E-44F97F083C39}"/>
          </ac:spMkLst>
        </pc:spChg>
        <pc:spChg chg="add del">
          <ac:chgData name="Yavar Khan" userId="adf09dfa02e22036" providerId="LiveId" clId="{08FE525B-7842-4041-9261-C5212DB71C98}" dt="2020-05-15T08:41:27.218" v="485" actId="26606"/>
          <ac:spMkLst>
            <pc:docMk/>
            <pc:sldMk cId="1176073979" sldId="257"/>
            <ac:spMk id="115" creationId="{29FDB030-9B49-4CED-8CCD-4D99382388AC}"/>
          </ac:spMkLst>
        </pc:spChg>
        <pc:spChg chg="add del">
          <ac:chgData name="Yavar Khan" userId="adf09dfa02e22036" providerId="LiveId" clId="{08FE525B-7842-4041-9261-C5212DB71C98}" dt="2020-05-15T08:41:27.218" v="485" actId="26606"/>
          <ac:spMkLst>
            <pc:docMk/>
            <pc:sldMk cId="1176073979" sldId="257"/>
            <ac:spMk id="116" creationId="{3783CA14-24A1-485C-8B30-D6A5D87987AD}"/>
          </ac:spMkLst>
        </pc:spChg>
        <pc:spChg chg="add del">
          <ac:chgData name="Yavar Khan" userId="adf09dfa02e22036" providerId="LiveId" clId="{08FE525B-7842-4041-9261-C5212DB71C98}" dt="2020-05-15T08:41:27.218" v="485" actId="26606"/>
          <ac:spMkLst>
            <pc:docMk/>
            <pc:sldMk cId="1176073979" sldId="257"/>
            <ac:spMk id="117" creationId="{9A97C86A-04D6-40F7-AE84-31AB43E6A846}"/>
          </ac:spMkLst>
        </pc:spChg>
        <pc:spChg chg="add del">
          <ac:chgData name="Yavar Khan" userId="adf09dfa02e22036" providerId="LiveId" clId="{08FE525B-7842-4041-9261-C5212DB71C98}" dt="2020-05-15T08:41:27.218" v="485" actId="26606"/>
          <ac:spMkLst>
            <pc:docMk/>
            <pc:sldMk cId="1176073979" sldId="257"/>
            <ac:spMk id="118" creationId="{FF9F2414-84E8-453E-B1F3-389FDE8192D9}"/>
          </ac:spMkLst>
        </pc:spChg>
        <pc:spChg chg="add del">
          <ac:chgData name="Yavar Khan" userId="adf09dfa02e22036" providerId="LiveId" clId="{08FE525B-7842-4041-9261-C5212DB71C98}" dt="2020-05-15T08:41:27.218" v="485" actId="26606"/>
          <ac:spMkLst>
            <pc:docMk/>
            <pc:sldMk cId="1176073979" sldId="257"/>
            <ac:spMk id="119" creationId="{3ECA69A1-7536-43AC-85EF-C7106179F5ED}"/>
          </ac:spMkLst>
        </pc:spChg>
        <pc:spChg chg="add">
          <ac:chgData name="Yavar Khan" userId="adf09dfa02e22036" providerId="LiveId" clId="{08FE525B-7842-4041-9261-C5212DB71C98}" dt="2020-05-15T08:41:27.218" v="485" actId="26606"/>
          <ac:spMkLst>
            <pc:docMk/>
            <pc:sldMk cId="1176073979" sldId="257"/>
            <ac:spMk id="124" creationId="{B9FF99BD-075F-4761-A995-6FC574BD25EA}"/>
          </ac:spMkLst>
        </pc:spChg>
        <pc:spChg chg="add">
          <ac:chgData name="Yavar Khan" userId="adf09dfa02e22036" providerId="LiveId" clId="{08FE525B-7842-4041-9261-C5212DB71C98}" dt="2020-05-15T08:41:27.218" v="485" actId="26606"/>
          <ac:spMkLst>
            <pc:docMk/>
            <pc:sldMk cId="1176073979" sldId="257"/>
            <ac:spMk id="126" creationId="{A7B21A54-9BA3-4EA9-B460-5A829ADD9051}"/>
          </ac:spMkLst>
        </pc:spChg>
        <pc:spChg chg="add">
          <ac:chgData name="Yavar Khan" userId="adf09dfa02e22036" providerId="LiveId" clId="{08FE525B-7842-4041-9261-C5212DB71C98}" dt="2020-05-15T08:41:27.218" v="485" actId="26606"/>
          <ac:spMkLst>
            <pc:docMk/>
            <pc:sldMk cId="1176073979" sldId="257"/>
            <ac:spMk id="128" creationId="{6FA8F714-B9D8-488A-8CCA-E9948FF913A9}"/>
          </ac:spMkLst>
        </pc:spChg>
        <pc:grpChg chg="add del">
          <ac:chgData name="Yavar Khan" userId="adf09dfa02e22036" providerId="LiveId" clId="{08FE525B-7842-4041-9261-C5212DB71C98}" dt="2020-05-15T07:41:14.597" v="114" actId="26606"/>
          <ac:grpSpMkLst>
            <pc:docMk/>
            <pc:sldMk cId="1176073979" sldId="257"/>
            <ac:grpSpMk id="26" creationId="{1DE889C7-FAD6-4397-98E2-05D503484459}"/>
          </ac:grpSpMkLst>
        </pc:grpChg>
        <pc:grpChg chg="add del">
          <ac:chgData name="Yavar Khan" userId="adf09dfa02e22036" providerId="LiveId" clId="{08FE525B-7842-4041-9261-C5212DB71C98}" dt="2020-05-15T07:49:34.686" v="174" actId="26606"/>
          <ac:grpSpMkLst>
            <pc:docMk/>
            <pc:sldMk cId="1176073979" sldId="257"/>
            <ac:grpSpMk id="47" creationId="{DF071BB7-867E-46A9-A7C2-3FCB28CB8FBD}"/>
          </ac:grpSpMkLst>
        </pc:grpChg>
        <pc:grpChg chg="add del">
          <ac:chgData name="Yavar Khan" userId="adf09dfa02e22036" providerId="LiveId" clId="{08FE525B-7842-4041-9261-C5212DB71C98}" dt="2020-05-15T07:42:10.819" v="119" actId="26606"/>
          <ac:grpSpMkLst>
            <pc:docMk/>
            <pc:sldMk cId="1176073979" sldId="257"/>
            <ac:grpSpMk id="58" creationId="{1DE889C7-FAD6-4397-98E2-05D503484459}"/>
          </ac:grpSpMkLst>
        </pc:grpChg>
        <pc:grpChg chg="add del">
          <ac:chgData name="Yavar Khan" userId="adf09dfa02e22036" providerId="LiveId" clId="{08FE525B-7842-4041-9261-C5212DB71C98}" dt="2020-05-15T07:42:29.797" v="121" actId="26606"/>
          <ac:grpSpMkLst>
            <pc:docMk/>
            <pc:sldMk cId="1176073979" sldId="257"/>
            <ac:grpSpMk id="71" creationId="{AE1C45F0-260A-458C-96ED-C1F6D2151219}"/>
          </ac:grpSpMkLst>
        </pc:grpChg>
        <pc:grpChg chg="add del">
          <ac:chgData name="Yavar Khan" userId="adf09dfa02e22036" providerId="LiveId" clId="{08FE525B-7842-4041-9261-C5212DB71C98}" dt="2020-05-15T07:50:43.931" v="187" actId="26606"/>
          <ac:grpSpMkLst>
            <pc:docMk/>
            <pc:sldMk cId="1176073979" sldId="257"/>
            <ac:grpSpMk id="76" creationId="{5FE9FE4C-C9E0-4C54-8010-EA9D29CD4D59}"/>
          </ac:grpSpMkLst>
        </pc:grpChg>
        <pc:picChg chg="add mod ord">
          <ac:chgData name="Yavar Khan" userId="adf09dfa02e22036" providerId="LiveId" clId="{08FE525B-7842-4041-9261-C5212DB71C98}" dt="2020-05-15T08:41:55.851" v="489" actId="14100"/>
          <ac:picMkLst>
            <pc:docMk/>
            <pc:sldMk cId="1176073979" sldId="257"/>
            <ac:picMk id="4" creationId="{D42592AF-235D-4F54-93FF-70FBFA040641}"/>
          </ac:picMkLst>
        </pc:picChg>
        <pc:picChg chg="add del mod ord">
          <ac:chgData name="Yavar Khan" userId="adf09dfa02e22036" providerId="LiveId" clId="{08FE525B-7842-4041-9261-C5212DB71C98}" dt="2020-05-15T07:48:02.042" v="153" actId="478"/>
          <ac:picMkLst>
            <pc:docMk/>
            <pc:sldMk cId="1176073979" sldId="257"/>
            <ac:picMk id="5" creationId="{1AC84F0A-DF30-4AF5-87EF-CC5F8DF426C3}"/>
          </ac:picMkLst>
        </pc:picChg>
        <pc:picChg chg="add del">
          <ac:chgData name="Yavar Khan" userId="adf09dfa02e22036" providerId="LiveId" clId="{08FE525B-7842-4041-9261-C5212DB71C98}" dt="2020-05-15T07:49:24.240" v="166" actId="26606"/>
          <ac:picMkLst>
            <pc:docMk/>
            <pc:sldMk cId="1176073979" sldId="257"/>
            <ac:picMk id="39" creationId="{CB607B98-7700-4DC9-8BE8-A876255F9C52}"/>
          </ac:picMkLst>
        </pc:picChg>
        <pc:cxnChg chg="add del">
          <ac:chgData name="Yavar Khan" userId="adf09dfa02e22036" providerId="LiveId" clId="{08FE525B-7842-4041-9261-C5212DB71C98}" dt="2020-05-15T07:48:42.778" v="158" actId="26606"/>
          <ac:cxnSpMkLst>
            <pc:docMk/>
            <pc:sldMk cId="1176073979" sldId="257"/>
            <ac:cxnSpMk id="15" creationId="{469F4FF8-F8B0-4630-BA1B-0D8B324CD5FF}"/>
          </ac:cxnSpMkLst>
        </pc:cxnChg>
        <pc:cxnChg chg="add del">
          <ac:chgData name="Yavar Khan" userId="adf09dfa02e22036" providerId="LiveId" clId="{08FE525B-7842-4041-9261-C5212DB71C98}" dt="2020-05-15T07:47:31.135" v="150" actId="26606"/>
          <ac:cxnSpMkLst>
            <pc:docMk/>
            <pc:sldMk cId="1176073979" sldId="257"/>
            <ac:cxnSpMk id="32" creationId="{EEA38897-7BA3-4408-8083-3235339C4A60}"/>
          </ac:cxnSpMkLst>
        </pc:cxnChg>
        <pc:cxnChg chg="add del">
          <ac:chgData name="Yavar Khan" userId="adf09dfa02e22036" providerId="LiveId" clId="{08FE525B-7842-4041-9261-C5212DB71C98}" dt="2020-05-15T07:47:31.135" v="150" actId="26606"/>
          <ac:cxnSpMkLst>
            <pc:docMk/>
            <pc:sldMk cId="1176073979" sldId="257"/>
            <ac:cxnSpMk id="33" creationId="{CA240C79-242E-4918-9F28-B101847D1CC6}"/>
          </ac:cxnSpMkLst>
        </pc:cxnChg>
        <pc:cxnChg chg="add del">
          <ac:chgData name="Yavar Khan" userId="adf09dfa02e22036" providerId="LiveId" clId="{08FE525B-7842-4041-9261-C5212DB71C98}" dt="2020-05-15T07:47:31.135" v="150" actId="26606"/>
          <ac:cxnSpMkLst>
            <pc:docMk/>
            <pc:sldMk cId="1176073979" sldId="257"/>
            <ac:cxnSpMk id="35" creationId="{F11AD06B-AB20-4097-8606-5DA00DBACE88}"/>
          </ac:cxnSpMkLst>
        </pc:cxnChg>
        <pc:cxnChg chg="add del">
          <ac:chgData name="Yavar Khan" userId="adf09dfa02e22036" providerId="LiveId" clId="{08FE525B-7842-4041-9261-C5212DB71C98}" dt="2020-05-15T07:49:19.573" v="164" actId="26606"/>
          <ac:cxnSpMkLst>
            <pc:docMk/>
            <pc:sldMk cId="1176073979" sldId="257"/>
            <ac:cxnSpMk id="37" creationId="{469F4FF8-F8B0-4630-BA1B-0D8B324CD5FF}"/>
          </ac:cxnSpMkLst>
        </pc:cxnChg>
        <pc:cxnChg chg="add del">
          <ac:chgData name="Yavar Khan" userId="adf09dfa02e22036" providerId="LiveId" clId="{08FE525B-7842-4041-9261-C5212DB71C98}" dt="2020-05-15T07:42:29.797" v="121" actId="26606"/>
          <ac:cxnSpMkLst>
            <pc:docMk/>
            <pc:sldMk cId="1176073979" sldId="257"/>
            <ac:cxnSpMk id="65" creationId="{6CF1BAF6-AD41-4082-B212-8A1F9A2E8779}"/>
          </ac:cxnSpMkLst>
        </pc:cxnChg>
      </pc:sldChg>
      <pc:sldChg chg="addSp delSp modSp new mod setBg">
        <pc:chgData name="Yavar Khan" userId="adf09dfa02e22036" providerId="LiveId" clId="{08FE525B-7842-4041-9261-C5212DB71C98}" dt="2020-05-15T08:40:52.363" v="484" actId="14100"/>
        <pc:sldMkLst>
          <pc:docMk/>
          <pc:sldMk cId="2163196750" sldId="258"/>
        </pc:sldMkLst>
        <pc:spChg chg="del">
          <ac:chgData name="Yavar Khan" userId="adf09dfa02e22036" providerId="LiveId" clId="{08FE525B-7842-4041-9261-C5212DB71C98}" dt="2020-05-15T07:52:21.129" v="197" actId="478"/>
          <ac:spMkLst>
            <pc:docMk/>
            <pc:sldMk cId="2163196750" sldId="258"/>
            <ac:spMk id="2" creationId="{23D4D381-657B-43E2-8F51-18C01D688FCA}"/>
          </ac:spMkLst>
        </pc:spChg>
        <pc:spChg chg="del">
          <ac:chgData name="Yavar Khan" userId="adf09dfa02e22036" providerId="LiveId" clId="{08FE525B-7842-4041-9261-C5212DB71C98}" dt="2020-05-15T07:52:27.010" v="199" actId="478"/>
          <ac:spMkLst>
            <pc:docMk/>
            <pc:sldMk cId="2163196750" sldId="258"/>
            <ac:spMk id="3" creationId="{37FC8AC2-347C-4486-B716-F81995E9DB5B}"/>
          </ac:spMkLst>
        </pc:spChg>
        <pc:spChg chg="add del">
          <ac:chgData name="Yavar Khan" userId="adf09dfa02e22036" providerId="LiveId" clId="{08FE525B-7842-4041-9261-C5212DB71C98}" dt="2020-05-15T08:40:35.562" v="482" actId="26606"/>
          <ac:spMkLst>
            <pc:docMk/>
            <pc:sldMk cId="2163196750" sldId="258"/>
            <ac:spMk id="9" creationId="{F3060C83-F051-4F0E-ABAD-AA0DFC48B218}"/>
          </ac:spMkLst>
        </pc:spChg>
        <pc:spChg chg="add del">
          <ac:chgData name="Yavar Khan" userId="adf09dfa02e22036" providerId="LiveId" clId="{08FE525B-7842-4041-9261-C5212DB71C98}" dt="2020-05-15T08:40:35.562" v="482" actId="26606"/>
          <ac:spMkLst>
            <pc:docMk/>
            <pc:sldMk cId="2163196750" sldId="258"/>
            <ac:spMk id="11" creationId="{83C98ABE-055B-441F-B07E-44F97F083C39}"/>
          </ac:spMkLst>
        </pc:spChg>
        <pc:spChg chg="add del">
          <ac:chgData name="Yavar Khan" userId="adf09dfa02e22036" providerId="LiveId" clId="{08FE525B-7842-4041-9261-C5212DB71C98}" dt="2020-05-15T08:40:35.562" v="482" actId="26606"/>
          <ac:spMkLst>
            <pc:docMk/>
            <pc:sldMk cId="2163196750" sldId="258"/>
            <ac:spMk id="13" creationId="{29FDB030-9B49-4CED-8CCD-4D99382388AC}"/>
          </ac:spMkLst>
        </pc:spChg>
        <pc:spChg chg="add del">
          <ac:chgData name="Yavar Khan" userId="adf09dfa02e22036" providerId="LiveId" clId="{08FE525B-7842-4041-9261-C5212DB71C98}" dt="2020-05-15T08:40:35.562" v="482" actId="26606"/>
          <ac:spMkLst>
            <pc:docMk/>
            <pc:sldMk cId="2163196750" sldId="258"/>
            <ac:spMk id="15" creationId="{3783CA14-24A1-485C-8B30-D6A5D87987AD}"/>
          </ac:spMkLst>
        </pc:spChg>
        <pc:spChg chg="add del">
          <ac:chgData name="Yavar Khan" userId="adf09dfa02e22036" providerId="LiveId" clId="{08FE525B-7842-4041-9261-C5212DB71C98}" dt="2020-05-15T08:40:35.562" v="482" actId="26606"/>
          <ac:spMkLst>
            <pc:docMk/>
            <pc:sldMk cId="2163196750" sldId="258"/>
            <ac:spMk id="17" creationId="{9A97C86A-04D6-40F7-AE84-31AB43E6A846}"/>
          </ac:spMkLst>
        </pc:spChg>
        <pc:spChg chg="add del">
          <ac:chgData name="Yavar Khan" userId="adf09dfa02e22036" providerId="LiveId" clId="{08FE525B-7842-4041-9261-C5212DB71C98}" dt="2020-05-15T08:40:35.562" v="482" actId="26606"/>
          <ac:spMkLst>
            <pc:docMk/>
            <pc:sldMk cId="2163196750" sldId="258"/>
            <ac:spMk id="19" creationId="{FF9F2414-84E8-453E-B1F3-389FDE8192D9}"/>
          </ac:spMkLst>
        </pc:spChg>
        <pc:spChg chg="add del">
          <ac:chgData name="Yavar Khan" userId="adf09dfa02e22036" providerId="LiveId" clId="{08FE525B-7842-4041-9261-C5212DB71C98}" dt="2020-05-15T08:40:35.562" v="482" actId="26606"/>
          <ac:spMkLst>
            <pc:docMk/>
            <pc:sldMk cId="2163196750" sldId="258"/>
            <ac:spMk id="21" creationId="{3ECA69A1-7536-43AC-85EF-C7106179F5ED}"/>
          </ac:spMkLst>
        </pc:spChg>
        <pc:spChg chg="add del">
          <ac:chgData name="Yavar Khan" userId="adf09dfa02e22036" providerId="LiveId" clId="{08FE525B-7842-4041-9261-C5212DB71C98}" dt="2020-05-15T08:40:11.546" v="479" actId="26606"/>
          <ac:spMkLst>
            <pc:docMk/>
            <pc:sldMk cId="2163196750" sldId="258"/>
            <ac:spMk id="23" creationId="{F3060C83-F051-4F0E-ABAD-AA0DFC48B218}"/>
          </ac:spMkLst>
        </pc:spChg>
        <pc:spChg chg="add del">
          <ac:chgData name="Yavar Khan" userId="adf09dfa02e22036" providerId="LiveId" clId="{08FE525B-7842-4041-9261-C5212DB71C98}" dt="2020-05-15T08:40:11.546" v="479" actId="26606"/>
          <ac:spMkLst>
            <pc:docMk/>
            <pc:sldMk cId="2163196750" sldId="258"/>
            <ac:spMk id="24" creationId="{83C98ABE-055B-441F-B07E-44F97F083C39}"/>
          </ac:spMkLst>
        </pc:spChg>
        <pc:spChg chg="add del">
          <ac:chgData name="Yavar Khan" userId="adf09dfa02e22036" providerId="LiveId" clId="{08FE525B-7842-4041-9261-C5212DB71C98}" dt="2020-05-15T08:40:11.546" v="479" actId="26606"/>
          <ac:spMkLst>
            <pc:docMk/>
            <pc:sldMk cId="2163196750" sldId="258"/>
            <ac:spMk id="25" creationId="{29FDB030-9B49-4CED-8CCD-4D99382388AC}"/>
          </ac:spMkLst>
        </pc:spChg>
        <pc:spChg chg="add del">
          <ac:chgData name="Yavar Khan" userId="adf09dfa02e22036" providerId="LiveId" clId="{08FE525B-7842-4041-9261-C5212DB71C98}" dt="2020-05-15T08:36:42.656" v="462" actId="26606"/>
          <ac:spMkLst>
            <pc:docMk/>
            <pc:sldMk cId="2163196750" sldId="258"/>
            <ac:spMk id="26" creationId="{569BBA9B-8F4E-4D2B-BEFA-41A475443377}"/>
          </ac:spMkLst>
        </pc:spChg>
        <pc:spChg chg="add del">
          <ac:chgData name="Yavar Khan" userId="adf09dfa02e22036" providerId="LiveId" clId="{08FE525B-7842-4041-9261-C5212DB71C98}" dt="2020-05-15T08:40:11.546" v="479" actId="26606"/>
          <ac:spMkLst>
            <pc:docMk/>
            <pc:sldMk cId="2163196750" sldId="258"/>
            <ac:spMk id="27" creationId="{3783CA14-24A1-485C-8B30-D6A5D87987AD}"/>
          </ac:spMkLst>
        </pc:spChg>
        <pc:spChg chg="add del">
          <ac:chgData name="Yavar Khan" userId="adf09dfa02e22036" providerId="LiveId" clId="{08FE525B-7842-4041-9261-C5212DB71C98}" dt="2020-05-15T08:36:42.656" v="462" actId="26606"/>
          <ac:spMkLst>
            <pc:docMk/>
            <pc:sldMk cId="2163196750" sldId="258"/>
            <ac:spMk id="28" creationId="{851012D1-8033-40B1-9EC0-91390FFC7403}"/>
          </ac:spMkLst>
        </pc:spChg>
        <pc:spChg chg="add">
          <ac:chgData name="Yavar Khan" userId="adf09dfa02e22036" providerId="LiveId" clId="{08FE525B-7842-4041-9261-C5212DB71C98}" dt="2020-05-15T08:40:35.562" v="482" actId="26606"/>
          <ac:spMkLst>
            <pc:docMk/>
            <pc:sldMk cId="2163196750" sldId="258"/>
            <ac:spMk id="29" creationId="{B9FF99BD-075F-4761-A995-6FC574BD25EA}"/>
          </ac:spMkLst>
        </pc:spChg>
        <pc:spChg chg="add del">
          <ac:chgData name="Yavar Khan" userId="adf09dfa02e22036" providerId="LiveId" clId="{08FE525B-7842-4041-9261-C5212DB71C98}" dt="2020-05-15T08:36:42.656" v="462" actId="26606"/>
          <ac:spMkLst>
            <pc:docMk/>
            <pc:sldMk cId="2163196750" sldId="258"/>
            <ac:spMk id="30" creationId="{2E80C965-DB6D-4F81-9E9E-B027384D0BD6}"/>
          </ac:spMkLst>
        </pc:spChg>
        <pc:spChg chg="add">
          <ac:chgData name="Yavar Khan" userId="adf09dfa02e22036" providerId="LiveId" clId="{08FE525B-7842-4041-9261-C5212DB71C98}" dt="2020-05-15T08:40:35.562" v="482" actId="26606"/>
          <ac:spMkLst>
            <pc:docMk/>
            <pc:sldMk cId="2163196750" sldId="258"/>
            <ac:spMk id="31" creationId="{A7B21A54-9BA3-4EA9-B460-5A829ADD9051}"/>
          </ac:spMkLst>
        </pc:spChg>
        <pc:spChg chg="add del">
          <ac:chgData name="Yavar Khan" userId="adf09dfa02e22036" providerId="LiveId" clId="{08FE525B-7842-4041-9261-C5212DB71C98}" dt="2020-05-15T08:36:42.656" v="462" actId="26606"/>
          <ac:spMkLst>
            <pc:docMk/>
            <pc:sldMk cId="2163196750" sldId="258"/>
            <ac:spMk id="32" creationId="{D291F021-C45C-4D44-A2B8-A789E386CC42}"/>
          </ac:spMkLst>
        </pc:spChg>
        <pc:spChg chg="add">
          <ac:chgData name="Yavar Khan" userId="adf09dfa02e22036" providerId="LiveId" clId="{08FE525B-7842-4041-9261-C5212DB71C98}" dt="2020-05-15T08:40:35.562" v="482" actId="26606"/>
          <ac:spMkLst>
            <pc:docMk/>
            <pc:sldMk cId="2163196750" sldId="258"/>
            <ac:spMk id="33" creationId="{6FA8F714-B9D8-488A-8CCA-E9948FF913A9}"/>
          </ac:spMkLst>
        </pc:spChg>
        <pc:spChg chg="add del">
          <ac:chgData name="Yavar Khan" userId="adf09dfa02e22036" providerId="LiveId" clId="{08FE525B-7842-4041-9261-C5212DB71C98}" dt="2020-05-15T08:40:11.546" v="479" actId="26606"/>
          <ac:spMkLst>
            <pc:docMk/>
            <pc:sldMk cId="2163196750" sldId="258"/>
            <ac:spMk id="34" creationId="{9A97C86A-04D6-40F7-AE84-31AB43E6A846}"/>
          </ac:spMkLst>
        </pc:spChg>
        <pc:spChg chg="add del">
          <ac:chgData name="Yavar Khan" userId="adf09dfa02e22036" providerId="LiveId" clId="{08FE525B-7842-4041-9261-C5212DB71C98}" dt="2020-05-15T08:40:11.546" v="479" actId="26606"/>
          <ac:spMkLst>
            <pc:docMk/>
            <pc:sldMk cId="2163196750" sldId="258"/>
            <ac:spMk id="36" creationId="{FF9F2414-84E8-453E-B1F3-389FDE8192D9}"/>
          </ac:spMkLst>
        </pc:spChg>
        <pc:spChg chg="add del">
          <ac:chgData name="Yavar Khan" userId="adf09dfa02e22036" providerId="LiveId" clId="{08FE525B-7842-4041-9261-C5212DB71C98}" dt="2020-05-15T08:35:53.114" v="456" actId="26606"/>
          <ac:spMkLst>
            <pc:docMk/>
            <pc:sldMk cId="2163196750" sldId="258"/>
            <ac:spMk id="37" creationId="{76C9B752-504F-4803-92CD-5373B8220C2C}"/>
          </ac:spMkLst>
        </pc:spChg>
        <pc:spChg chg="add del">
          <ac:chgData name="Yavar Khan" userId="adf09dfa02e22036" providerId="LiveId" clId="{08FE525B-7842-4041-9261-C5212DB71C98}" dt="2020-05-15T08:40:11.546" v="479" actId="26606"/>
          <ac:spMkLst>
            <pc:docMk/>
            <pc:sldMk cId="2163196750" sldId="258"/>
            <ac:spMk id="38" creationId="{3ECA69A1-7536-43AC-85EF-C7106179F5ED}"/>
          </ac:spMkLst>
        </pc:spChg>
        <pc:spChg chg="add del">
          <ac:chgData name="Yavar Khan" userId="adf09dfa02e22036" providerId="LiveId" clId="{08FE525B-7842-4041-9261-C5212DB71C98}" dt="2020-05-15T08:35:53.114" v="456" actId="26606"/>
          <ac:spMkLst>
            <pc:docMk/>
            <pc:sldMk cId="2163196750" sldId="258"/>
            <ac:spMk id="39" creationId="{A5C2A117-93B7-4C54-9DCE-BDD4A5A05B6D}"/>
          </ac:spMkLst>
        </pc:spChg>
        <pc:spChg chg="add del">
          <ac:chgData name="Yavar Khan" userId="adf09dfa02e22036" providerId="LiveId" clId="{08FE525B-7842-4041-9261-C5212DB71C98}" dt="2020-05-15T08:35:53.114" v="456" actId="26606"/>
          <ac:spMkLst>
            <pc:docMk/>
            <pc:sldMk cId="2163196750" sldId="258"/>
            <ac:spMk id="41" creationId="{C262B97F-B393-4C41-A3C9-DD240F982861}"/>
          </ac:spMkLst>
        </pc:spChg>
        <pc:spChg chg="add del">
          <ac:chgData name="Yavar Khan" userId="adf09dfa02e22036" providerId="LiveId" clId="{08FE525B-7842-4041-9261-C5212DB71C98}" dt="2020-05-15T08:36:28.748" v="458" actId="26606"/>
          <ac:spMkLst>
            <pc:docMk/>
            <pc:sldMk cId="2163196750" sldId="258"/>
            <ac:spMk id="43" creationId="{141ACBDB-38F8-4B34-8183-BD95B4E55A62}"/>
          </ac:spMkLst>
        </pc:spChg>
        <pc:spChg chg="add del">
          <ac:chgData name="Yavar Khan" userId="adf09dfa02e22036" providerId="LiveId" clId="{08FE525B-7842-4041-9261-C5212DB71C98}" dt="2020-05-15T08:36:28.748" v="458" actId="26606"/>
          <ac:spMkLst>
            <pc:docMk/>
            <pc:sldMk cId="2163196750" sldId="258"/>
            <ac:spMk id="44" creationId="{46D6306C-ED4F-4AAE-B4A5-EEA6AFAD726E}"/>
          </ac:spMkLst>
        </pc:spChg>
        <pc:spChg chg="add del">
          <ac:chgData name="Yavar Khan" userId="adf09dfa02e22036" providerId="LiveId" clId="{08FE525B-7842-4041-9261-C5212DB71C98}" dt="2020-05-15T08:36:28.748" v="458" actId="26606"/>
          <ac:spMkLst>
            <pc:docMk/>
            <pc:sldMk cId="2163196750" sldId="258"/>
            <ac:spMk id="45" creationId="{DE00DB52-3455-4E2F-867B-A6D0516E175B}"/>
          </ac:spMkLst>
        </pc:spChg>
        <pc:spChg chg="add del">
          <ac:chgData name="Yavar Khan" userId="adf09dfa02e22036" providerId="LiveId" clId="{08FE525B-7842-4041-9261-C5212DB71C98}" dt="2020-05-15T08:36:28.748" v="458" actId="26606"/>
          <ac:spMkLst>
            <pc:docMk/>
            <pc:sldMk cId="2163196750" sldId="258"/>
            <ac:spMk id="46" creationId="{0EC5361D-F897-4856-B945-0455A365EB24}"/>
          </ac:spMkLst>
        </pc:spChg>
        <pc:spChg chg="add del">
          <ac:chgData name="Yavar Khan" userId="adf09dfa02e22036" providerId="LiveId" clId="{08FE525B-7842-4041-9261-C5212DB71C98}" dt="2020-05-15T08:36:28.748" v="458" actId="26606"/>
          <ac:spMkLst>
            <pc:docMk/>
            <pc:sldMk cId="2163196750" sldId="258"/>
            <ac:spMk id="47" creationId="{9E914C83-E0D8-4953-92D5-169D28CB43AE}"/>
          </ac:spMkLst>
        </pc:spChg>
        <pc:spChg chg="add del">
          <ac:chgData name="Yavar Khan" userId="adf09dfa02e22036" providerId="LiveId" clId="{08FE525B-7842-4041-9261-C5212DB71C98}" dt="2020-05-15T08:36:28.748" v="458" actId="26606"/>
          <ac:spMkLst>
            <pc:docMk/>
            <pc:sldMk cId="2163196750" sldId="258"/>
            <ac:spMk id="48" creationId="{4508C0C5-2268-42B5-B3C8-4D0899E05F8C}"/>
          </ac:spMkLst>
        </pc:spChg>
        <pc:spChg chg="add del">
          <ac:chgData name="Yavar Khan" userId="adf09dfa02e22036" providerId="LiveId" clId="{08FE525B-7842-4041-9261-C5212DB71C98}" dt="2020-05-15T08:36:28.748" v="458" actId="26606"/>
          <ac:spMkLst>
            <pc:docMk/>
            <pc:sldMk cId="2163196750" sldId="258"/>
            <ac:spMk id="49" creationId="{3512E083-F550-46AF-8490-767ECFD00CB7}"/>
          </ac:spMkLst>
        </pc:spChg>
        <pc:picChg chg="add mod">
          <ac:chgData name="Yavar Khan" userId="adf09dfa02e22036" providerId="LiveId" clId="{08FE525B-7842-4041-9261-C5212DB71C98}" dt="2020-05-15T08:40:52.363" v="484" actId="14100"/>
          <ac:picMkLst>
            <pc:docMk/>
            <pc:sldMk cId="2163196750" sldId="258"/>
            <ac:picMk id="4" creationId="{471F4EEF-7931-4EB1-B696-C17133B19824}"/>
          </ac:picMkLst>
        </pc:picChg>
      </pc:sldChg>
      <pc:sldChg chg="addSp delSp modSp new mod setBg modAnim setClrOvrMap">
        <pc:chgData name="Yavar Khan" userId="adf09dfa02e22036" providerId="LiveId" clId="{08FE525B-7842-4041-9261-C5212DB71C98}" dt="2020-05-15T18:04:07.460" v="562" actId="20577"/>
        <pc:sldMkLst>
          <pc:docMk/>
          <pc:sldMk cId="880012688" sldId="259"/>
        </pc:sldMkLst>
        <pc:spChg chg="mod">
          <ac:chgData name="Yavar Khan" userId="adf09dfa02e22036" providerId="LiveId" clId="{08FE525B-7842-4041-9261-C5212DB71C98}" dt="2020-05-15T08:07:02.755" v="275" actId="26606"/>
          <ac:spMkLst>
            <pc:docMk/>
            <pc:sldMk cId="880012688" sldId="259"/>
            <ac:spMk id="2" creationId="{4133C123-194C-460B-80D2-9C8F8CA4E360}"/>
          </ac:spMkLst>
        </pc:spChg>
        <pc:spChg chg="mod">
          <ac:chgData name="Yavar Khan" userId="adf09dfa02e22036" providerId="LiveId" clId="{08FE525B-7842-4041-9261-C5212DB71C98}" dt="2020-05-15T18:04:07.460" v="562" actId="20577"/>
          <ac:spMkLst>
            <pc:docMk/>
            <pc:sldMk cId="880012688" sldId="259"/>
            <ac:spMk id="3" creationId="{18406613-70A4-4D4E-82BA-626D643FD1D1}"/>
          </ac:spMkLst>
        </pc:spChg>
        <pc:spChg chg="add del mod ord">
          <ac:chgData name="Yavar Khan" userId="adf09dfa02e22036" providerId="LiveId" clId="{08FE525B-7842-4041-9261-C5212DB71C98}" dt="2020-05-15T08:05:19.472" v="269" actId="478"/>
          <ac:spMkLst>
            <pc:docMk/>
            <pc:sldMk cId="880012688" sldId="259"/>
            <ac:spMk id="4" creationId="{D4FAC217-2D26-409D-ACE4-40F28129586C}"/>
          </ac:spMkLst>
        </pc:spChg>
        <pc:spChg chg="add del mod">
          <ac:chgData name="Yavar Khan" userId="adf09dfa02e22036" providerId="LiveId" clId="{08FE525B-7842-4041-9261-C5212DB71C98}" dt="2020-05-15T08:05:12.160" v="267" actId="478"/>
          <ac:spMkLst>
            <pc:docMk/>
            <pc:sldMk cId="880012688" sldId="259"/>
            <ac:spMk id="5" creationId="{977F9D9F-79D0-4D8C-B3C1-846B9AFC458D}"/>
          </ac:spMkLst>
        </pc:spChg>
        <pc:spChg chg="add del">
          <ac:chgData name="Yavar Khan" userId="adf09dfa02e22036" providerId="LiveId" clId="{08FE525B-7842-4041-9261-C5212DB71C98}" dt="2020-05-15T08:05:48.546" v="271" actId="26606"/>
          <ac:spMkLst>
            <pc:docMk/>
            <pc:sldMk cId="880012688" sldId="259"/>
            <ac:spMk id="8" creationId="{3B854194-185D-494D-905C-7C7CB2E30F6E}"/>
          </ac:spMkLst>
        </pc:spChg>
        <pc:spChg chg="add del">
          <ac:chgData name="Yavar Khan" userId="adf09dfa02e22036" providerId="LiveId" clId="{08FE525B-7842-4041-9261-C5212DB71C98}" dt="2020-05-15T08:05:48.546" v="271" actId="26606"/>
          <ac:spMkLst>
            <pc:docMk/>
            <pc:sldMk cId="880012688" sldId="259"/>
            <ac:spMk id="10" creationId="{B4F5FA0D-0104-4987-8241-EFF7C85B88DE}"/>
          </ac:spMkLst>
        </pc:spChg>
        <pc:spChg chg="add del">
          <ac:chgData name="Yavar Khan" userId="adf09dfa02e22036" providerId="LiveId" clId="{08FE525B-7842-4041-9261-C5212DB71C98}" dt="2020-05-15T08:05:51.096" v="273" actId="26606"/>
          <ac:spMkLst>
            <pc:docMk/>
            <pc:sldMk cId="880012688" sldId="259"/>
            <ac:spMk id="14" creationId="{141ACBDB-38F8-4B34-8183-BD95B4E55A62}"/>
          </ac:spMkLst>
        </pc:spChg>
        <pc:spChg chg="add del">
          <ac:chgData name="Yavar Khan" userId="adf09dfa02e22036" providerId="LiveId" clId="{08FE525B-7842-4041-9261-C5212DB71C98}" dt="2020-05-15T08:05:51.096" v="273" actId="26606"/>
          <ac:spMkLst>
            <pc:docMk/>
            <pc:sldMk cId="880012688" sldId="259"/>
            <ac:spMk id="15" creationId="{46D6306C-ED4F-4AAE-B4A5-EEA6AFAD726E}"/>
          </ac:spMkLst>
        </pc:spChg>
        <pc:spChg chg="add del">
          <ac:chgData name="Yavar Khan" userId="adf09dfa02e22036" providerId="LiveId" clId="{08FE525B-7842-4041-9261-C5212DB71C98}" dt="2020-05-15T08:05:51.096" v="273" actId="26606"/>
          <ac:spMkLst>
            <pc:docMk/>
            <pc:sldMk cId="880012688" sldId="259"/>
            <ac:spMk id="16" creationId="{DE00DB52-3455-4E2F-867B-A6D0516E175B}"/>
          </ac:spMkLst>
        </pc:spChg>
        <pc:spChg chg="add del">
          <ac:chgData name="Yavar Khan" userId="adf09dfa02e22036" providerId="LiveId" clId="{08FE525B-7842-4041-9261-C5212DB71C98}" dt="2020-05-15T08:05:51.096" v="273" actId="26606"/>
          <ac:spMkLst>
            <pc:docMk/>
            <pc:sldMk cId="880012688" sldId="259"/>
            <ac:spMk id="17" creationId="{0EC5361D-F897-4856-B945-0455A365EB24}"/>
          </ac:spMkLst>
        </pc:spChg>
        <pc:spChg chg="add del">
          <ac:chgData name="Yavar Khan" userId="adf09dfa02e22036" providerId="LiveId" clId="{08FE525B-7842-4041-9261-C5212DB71C98}" dt="2020-05-15T08:05:51.096" v="273" actId="26606"/>
          <ac:spMkLst>
            <pc:docMk/>
            <pc:sldMk cId="880012688" sldId="259"/>
            <ac:spMk id="18" creationId="{9E914C83-E0D8-4953-92D5-169D28CB43AE}"/>
          </ac:spMkLst>
        </pc:spChg>
        <pc:spChg chg="add del">
          <ac:chgData name="Yavar Khan" userId="adf09dfa02e22036" providerId="LiveId" clId="{08FE525B-7842-4041-9261-C5212DB71C98}" dt="2020-05-15T08:05:51.096" v="273" actId="26606"/>
          <ac:spMkLst>
            <pc:docMk/>
            <pc:sldMk cId="880012688" sldId="259"/>
            <ac:spMk id="19" creationId="{4508C0C5-2268-42B5-B3C8-4D0899E05F8C}"/>
          </ac:spMkLst>
        </pc:spChg>
        <pc:spChg chg="add del">
          <ac:chgData name="Yavar Khan" userId="adf09dfa02e22036" providerId="LiveId" clId="{08FE525B-7842-4041-9261-C5212DB71C98}" dt="2020-05-15T08:05:51.096" v="273" actId="26606"/>
          <ac:spMkLst>
            <pc:docMk/>
            <pc:sldMk cId="880012688" sldId="259"/>
            <ac:spMk id="20" creationId="{3512E083-F550-46AF-8490-767ECFD00CB7}"/>
          </ac:spMkLst>
        </pc:spChg>
        <pc:spChg chg="add del">
          <ac:chgData name="Yavar Khan" userId="adf09dfa02e22036" providerId="LiveId" clId="{08FE525B-7842-4041-9261-C5212DB71C98}" dt="2020-05-15T08:07:02.755" v="275" actId="26606"/>
          <ac:spMkLst>
            <pc:docMk/>
            <pc:sldMk cId="880012688" sldId="259"/>
            <ac:spMk id="22" creationId="{33CD251C-A887-4D2F-925B-FC097198538B}"/>
          </ac:spMkLst>
        </pc:spChg>
        <pc:spChg chg="add del">
          <ac:chgData name="Yavar Khan" userId="adf09dfa02e22036" providerId="LiveId" clId="{08FE525B-7842-4041-9261-C5212DB71C98}" dt="2020-05-15T08:07:02.755" v="275" actId="26606"/>
          <ac:spMkLst>
            <pc:docMk/>
            <pc:sldMk cId="880012688" sldId="259"/>
            <ac:spMk id="23" creationId="{B19D093C-27FB-4032-B282-42C4563F257C}"/>
          </ac:spMkLst>
        </pc:spChg>
        <pc:spChg chg="add">
          <ac:chgData name="Yavar Khan" userId="adf09dfa02e22036" providerId="LiveId" clId="{08FE525B-7842-4041-9261-C5212DB71C98}" dt="2020-05-15T08:07:02.755" v="275" actId="26606"/>
          <ac:spMkLst>
            <pc:docMk/>
            <pc:sldMk cId="880012688" sldId="259"/>
            <ac:spMk id="30" creationId="{C7FA33FF-088D-4F16-95A2-2C64D353DEA8}"/>
          </ac:spMkLst>
        </pc:spChg>
        <pc:spChg chg="add">
          <ac:chgData name="Yavar Khan" userId="adf09dfa02e22036" providerId="LiveId" clId="{08FE525B-7842-4041-9261-C5212DB71C98}" dt="2020-05-15T08:07:02.755" v="275" actId="26606"/>
          <ac:spMkLst>
            <pc:docMk/>
            <pc:sldMk cId="880012688" sldId="259"/>
            <ac:spMk id="32" creationId="{A376EFB1-01CF-419F-ABF1-2AF02BBFCBD1}"/>
          </ac:spMkLst>
        </pc:spChg>
        <pc:spChg chg="add">
          <ac:chgData name="Yavar Khan" userId="adf09dfa02e22036" providerId="LiveId" clId="{08FE525B-7842-4041-9261-C5212DB71C98}" dt="2020-05-15T08:07:02.755" v="275" actId="26606"/>
          <ac:spMkLst>
            <pc:docMk/>
            <pc:sldMk cId="880012688" sldId="259"/>
            <ac:spMk id="34" creationId="{FF9DEA15-78BD-4750-AA18-B9F28A6D5AB8}"/>
          </ac:spMkLst>
        </pc:spChg>
        <pc:spChg chg="add del">
          <ac:chgData name="Yavar Khan" userId="adf09dfa02e22036" providerId="LiveId" clId="{08FE525B-7842-4041-9261-C5212DB71C98}" dt="2020-05-15T08:04:42.410" v="259" actId="26606"/>
          <ac:spMkLst>
            <pc:docMk/>
            <pc:sldMk cId="880012688" sldId="259"/>
            <ac:spMk id="70" creationId="{B082622D-AAF3-4897-8629-FC918530DD86}"/>
          </ac:spMkLst>
        </pc:spChg>
        <pc:spChg chg="add del">
          <ac:chgData name="Yavar Khan" userId="adf09dfa02e22036" providerId="LiveId" clId="{08FE525B-7842-4041-9261-C5212DB71C98}" dt="2020-05-15T08:04:42.410" v="259" actId="26606"/>
          <ac:spMkLst>
            <pc:docMk/>
            <pc:sldMk cId="880012688" sldId="259"/>
            <ac:spMk id="72" creationId="{A7457DD9-5A45-400A-AB4B-4B4EDECA25F1}"/>
          </ac:spMkLst>
        </pc:spChg>
        <pc:spChg chg="add del">
          <ac:chgData name="Yavar Khan" userId="adf09dfa02e22036" providerId="LiveId" clId="{08FE525B-7842-4041-9261-C5212DB71C98}" dt="2020-05-15T08:04:42.410" v="259" actId="26606"/>
          <ac:spMkLst>
            <pc:docMk/>
            <pc:sldMk cId="880012688" sldId="259"/>
            <ac:spMk id="74" creationId="{441CF7D6-A660-431A-B0BB-140A0D5556B6}"/>
          </ac:spMkLst>
        </pc:spChg>
        <pc:spChg chg="add del">
          <ac:chgData name="Yavar Khan" userId="adf09dfa02e22036" providerId="LiveId" clId="{08FE525B-7842-4041-9261-C5212DB71C98}" dt="2020-05-15T08:04:42.410" v="259" actId="26606"/>
          <ac:spMkLst>
            <pc:docMk/>
            <pc:sldMk cId="880012688" sldId="259"/>
            <ac:spMk id="76" creationId="{0570A85B-3810-4F95-97B0-CBF4CCDB381C}"/>
          </ac:spMkLst>
        </pc:spChg>
        <pc:spChg chg="add del">
          <ac:chgData name="Yavar Khan" userId="adf09dfa02e22036" providerId="LiveId" clId="{08FE525B-7842-4041-9261-C5212DB71C98}" dt="2020-05-15T08:04:53.658" v="261" actId="26606"/>
          <ac:spMkLst>
            <pc:docMk/>
            <pc:sldMk cId="880012688" sldId="259"/>
            <ac:spMk id="2051" creationId="{81AEB8A9-B768-4E30-BA55-D919E6687343}"/>
          </ac:spMkLst>
        </pc:spChg>
        <pc:spChg chg="add del">
          <ac:chgData name="Yavar Khan" userId="adf09dfa02e22036" providerId="LiveId" clId="{08FE525B-7842-4041-9261-C5212DB71C98}" dt="2020-05-15T08:05:02.750" v="263" actId="26606"/>
          <ac:spMkLst>
            <pc:docMk/>
            <pc:sldMk cId="880012688" sldId="259"/>
            <ac:spMk id="2053" creationId="{9AF5C66A-E8F2-4E13-98A3-FE96597C5A42}"/>
          </ac:spMkLst>
        </pc:spChg>
        <pc:grpChg chg="add del">
          <ac:chgData name="Yavar Khan" userId="adf09dfa02e22036" providerId="LiveId" clId="{08FE525B-7842-4041-9261-C5212DB71C98}" dt="2020-05-15T08:07:02.755" v="275" actId="26606"/>
          <ac:grpSpMkLst>
            <pc:docMk/>
            <pc:sldMk cId="880012688" sldId="259"/>
            <ac:grpSpMk id="24" creationId="{35EE815E-1BD3-4777-B652-6D98825BF66B}"/>
          </ac:grpSpMkLst>
        </pc:grpChg>
        <pc:picChg chg="add mod">
          <ac:chgData name="Yavar Khan" userId="adf09dfa02e22036" providerId="LiveId" clId="{08FE525B-7842-4041-9261-C5212DB71C98}" dt="2020-05-15T08:18:11.133" v="287" actId="1076"/>
          <ac:picMkLst>
            <pc:docMk/>
            <pc:sldMk cId="880012688" sldId="259"/>
            <ac:picMk id="6" creationId="{1E1E4620-EDC5-4077-8CC2-84966D580794}"/>
          </ac:picMkLst>
        </pc:picChg>
        <pc:picChg chg="add mod">
          <ac:chgData name="Yavar Khan" userId="adf09dfa02e22036" providerId="LiveId" clId="{08FE525B-7842-4041-9261-C5212DB71C98}" dt="2020-05-15T08:18:14.176" v="288" actId="1076"/>
          <ac:picMkLst>
            <pc:docMk/>
            <pc:sldMk cId="880012688" sldId="259"/>
            <ac:picMk id="7" creationId="{DBA37A06-E92F-48C8-8178-7DF0F2742255}"/>
          </ac:picMkLst>
        </pc:picChg>
        <pc:picChg chg="add del">
          <ac:chgData name="Yavar Khan" userId="adf09dfa02e22036" providerId="LiveId" clId="{08FE525B-7842-4041-9261-C5212DB71C98}" dt="2020-05-15T08:05:48.546" v="271" actId="26606"/>
          <ac:picMkLst>
            <pc:docMk/>
            <pc:sldMk cId="880012688" sldId="259"/>
            <ac:picMk id="12" creationId="{2897127E-6CEF-446C-BE87-93B7C46E49D1}"/>
          </ac:picMkLst>
        </pc:picChg>
        <pc:picChg chg="add del mod">
          <ac:chgData name="Yavar Khan" userId="adf09dfa02e22036" providerId="LiveId" clId="{08FE525B-7842-4041-9261-C5212DB71C98}" dt="2020-05-15T08:05:07.606" v="265" actId="478"/>
          <ac:picMkLst>
            <pc:docMk/>
            <pc:sldMk cId="880012688" sldId="259"/>
            <ac:picMk id="2049" creationId="{E89F44CC-B144-45E1-9B34-1C0F94C3FAD6}"/>
          </ac:picMkLst>
        </pc:picChg>
        <pc:picChg chg="add del">
          <ac:chgData name="Yavar Khan" userId="adf09dfa02e22036" providerId="LiveId" clId="{08FE525B-7842-4041-9261-C5212DB71C98}" dt="2020-05-15T08:05:02.750" v="263" actId="26606"/>
          <ac:picMkLst>
            <pc:docMk/>
            <pc:sldMk cId="880012688" sldId="259"/>
            <ac:picMk id="2054" creationId="{AC860275-E106-493A-8BF0-E0A91130EF6A}"/>
          </ac:picMkLst>
        </pc:picChg>
      </pc:sldChg>
      <pc:sldChg chg="addSp delSp modSp new mod setBg">
        <pc:chgData name="Yavar Khan" userId="adf09dfa02e22036" providerId="LiveId" clId="{08FE525B-7842-4041-9261-C5212DB71C98}" dt="2020-05-15T18:04:54.379" v="618" actId="20577"/>
        <pc:sldMkLst>
          <pc:docMk/>
          <pc:sldMk cId="2748773384" sldId="260"/>
        </pc:sldMkLst>
        <pc:spChg chg="mod">
          <ac:chgData name="Yavar Khan" userId="adf09dfa02e22036" providerId="LiveId" clId="{08FE525B-7842-4041-9261-C5212DB71C98}" dt="2020-05-15T08:27:43.673" v="402" actId="1076"/>
          <ac:spMkLst>
            <pc:docMk/>
            <pc:sldMk cId="2748773384" sldId="260"/>
            <ac:spMk id="2" creationId="{FFB0DD5C-8532-4067-BE6A-168D550235AC}"/>
          </ac:spMkLst>
        </pc:spChg>
        <pc:spChg chg="mod">
          <ac:chgData name="Yavar Khan" userId="adf09dfa02e22036" providerId="LiveId" clId="{08FE525B-7842-4041-9261-C5212DB71C98}" dt="2020-05-15T18:04:54.379" v="618" actId="20577"/>
          <ac:spMkLst>
            <pc:docMk/>
            <pc:sldMk cId="2748773384" sldId="260"/>
            <ac:spMk id="3" creationId="{9FF2C223-2AE5-457B-A2B4-365D05BADA06}"/>
          </ac:spMkLst>
        </pc:spChg>
        <pc:spChg chg="add del">
          <ac:chgData name="Yavar Khan" userId="adf09dfa02e22036" providerId="LiveId" clId="{08FE525B-7842-4041-9261-C5212DB71C98}" dt="2020-05-15T08:27:00.300" v="400" actId="26606"/>
          <ac:spMkLst>
            <pc:docMk/>
            <pc:sldMk cId="2748773384" sldId="260"/>
            <ac:spMk id="8" creationId="{33CD251C-A887-4D2F-925B-FC097198538B}"/>
          </ac:spMkLst>
        </pc:spChg>
        <pc:spChg chg="add del">
          <ac:chgData name="Yavar Khan" userId="adf09dfa02e22036" providerId="LiveId" clId="{08FE525B-7842-4041-9261-C5212DB71C98}" dt="2020-05-15T08:27:00.300" v="400" actId="26606"/>
          <ac:spMkLst>
            <pc:docMk/>
            <pc:sldMk cId="2748773384" sldId="260"/>
            <ac:spMk id="10" creationId="{B19D093C-27FB-4032-B282-42C4563F257C}"/>
          </ac:spMkLst>
        </pc:spChg>
        <pc:spChg chg="add del">
          <ac:chgData name="Yavar Khan" userId="adf09dfa02e22036" providerId="LiveId" clId="{08FE525B-7842-4041-9261-C5212DB71C98}" dt="2020-05-15T08:27:00.300" v="400" actId="26606"/>
          <ac:spMkLst>
            <pc:docMk/>
            <pc:sldMk cId="2748773384" sldId="260"/>
            <ac:spMk id="19" creationId="{DE61673E-FAAA-4AEE-8D32-5CAC93CD9555}"/>
          </ac:spMkLst>
        </pc:spChg>
        <pc:spChg chg="add del">
          <ac:chgData name="Yavar Khan" userId="adf09dfa02e22036" providerId="LiveId" clId="{08FE525B-7842-4041-9261-C5212DB71C98}" dt="2020-05-15T08:27:00.300" v="400" actId="26606"/>
          <ac:spMkLst>
            <pc:docMk/>
            <pc:sldMk cId="2748773384" sldId="260"/>
            <ac:spMk id="21" creationId="{259279FE-5810-440F-B799-25803A014151}"/>
          </ac:spMkLst>
        </pc:spChg>
        <pc:spChg chg="add del">
          <ac:chgData name="Yavar Khan" userId="adf09dfa02e22036" providerId="LiveId" clId="{08FE525B-7842-4041-9261-C5212DB71C98}" dt="2020-05-15T08:27:00.300" v="400" actId="26606"/>
          <ac:spMkLst>
            <pc:docMk/>
            <pc:sldMk cId="2748773384" sldId="260"/>
            <ac:spMk id="23" creationId="{95ABD4F1-A860-48A4-84CD-EB40E1FC7827}"/>
          </ac:spMkLst>
        </pc:spChg>
        <pc:spChg chg="add del">
          <ac:chgData name="Yavar Khan" userId="adf09dfa02e22036" providerId="LiveId" clId="{08FE525B-7842-4041-9261-C5212DB71C98}" dt="2020-05-15T08:27:00.300" v="400" actId="26606"/>
          <ac:spMkLst>
            <pc:docMk/>
            <pc:sldMk cId="2748773384" sldId="260"/>
            <ac:spMk id="25" creationId="{91D8C0F2-1D8A-4908-857F-3DE6B0823831}"/>
          </ac:spMkLst>
        </pc:spChg>
        <pc:spChg chg="add del">
          <ac:chgData name="Yavar Khan" userId="adf09dfa02e22036" providerId="LiveId" clId="{08FE525B-7842-4041-9261-C5212DB71C98}" dt="2020-05-15T08:27:00.300" v="400" actId="26606"/>
          <ac:spMkLst>
            <pc:docMk/>
            <pc:sldMk cId="2748773384" sldId="260"/>
            <ac:spMk id="27" creationId="{1730E5F0-AD6E-4049-8FAB-A4D82343DCD5}"/>
          </ac:spMkLst>
        </pc:spChg>
        <pc:grpChg chg="add del">
          <ac:chgData name="Yavar Khan" userId="adf09dfa02e22036" providerId="LiveId" clId="{08FE525B-7842-4041-9261-C5212DB71C98}" dt="2020-05-15T08:27:00.300" v="400" actId="26606"/>
          <ac:grpSpMkLst>
            <pc:docMk/>
            <pc:sldMk cId="2748773384" sldId="260"/>
            <ac:grpSpMk id="12" creationId="{35EE815E-1BD3-4777-B652-6D98825BF66B}"/>
          </ac:grpSpMkLst>
        </pc:grpChg>
        <pc:picChg chg="add mod">
          <ac:chgData name="Yavar Khan" userId="adf09dfa02e22036" providerId="LiveId" clId="{08FE525B-7842-4041-9261-C5212DB71C98}" dt="2020-05-15T08:33:41.198" v="450" actId="14100"/>
          <ac:picMkLst>
            <pc:docMk/>
            <pc:sldMk cId="2748773384" sldId="260"/>
            <ac:picMk id="4" creationId="{DDBB1105-078D-42C1-BA9C-988A89702FDB}"/>
          </ac:picMkLst>
        </pc:picChg>
      </pc:sldChg>
      <pc:sldChg chg="addSp modSp new mod">
        <pc:chgData name="Yavar Khan" userId="adf09dfa02e22036" providerId="LiveId" clId="{08FE525B-7842-4041-9261-C5212DB71C98}" dt="2020-05-16T12:29:06.383" v="2347" actId="1076"/>
        <pc:sldMkLst>
          <pc:docMk/>
          <pc:sldMk cId="1619560292" sldId="261"/>
        </pc:sldMkLst>
        <pc:spChg chg="mod">
          <ac:chgData name="Yavar Khan" userId="adf09dfa02e22036" providerId="LiveId" clId="{08FE525B-7842-4041-9261-C5212DB71C98}" dt="2020-05-15T18:49:41.738" v="1622" actId="1076"/>
          <ac:spMkLst>
            <pc:docMk/>
            <pc:sldMk cId="1619560292" sldId="261"/>
            <ac:spMk id="2" creationId="{BE170041-9921-4FF3-B514-856E506C5319}"/>
          </ac:spMkLst>
        </pc:spChg>
        <pc:spChg chg="mod">
          <ac:chgData name="Yavar Khan" userId="adf09dfa02e22036" providerId="LiveId" clId="{08FE525B-7842-4041-9261-C5212DB71C98}" dt="2020-05-16T12:28:21.010" v="2343" actId="20577"/>
          <ac:spMkLst>
            <pc:docMk/>
            <pc:sldMk cId="1619560292" sldId="261"/>
            <ac:spMk id="7" creationId="{404B1572-43BF-410E-BEA7-A4488A40C4AE}"/>
          </ac:spMkLst>
        </pc:spChg>
        <pc:spChg chg="mod">
          <ac:chgData name="Yavar Khan" userId="adf09dfa02e22036" providerId="LiveId" clId="{08FE525B-7842-4041-9261-C5212DB71C98}" dt="2020-05-15T18:49:40.593" v="1621" actId="1076"/>
          <ac:spMkLst>
            <pc:docMk/>
            <pc:sldMk cId="1619560292" sldId="261"/>
            <ac:spMk id="11" creationId="{34B3547B-B984-4482-9616-FE7AFD0FB721}"/>
          </ac:spMkLst>
        </pc:spChg>
        <pc:spChg chg="mod">
          <ac:chgData name="Yavar Khan" userId="adf09dfa02e22036" providerId="LiveId" clId="{08FE525B-7842-4041-9261-C5212DB71C98}" dt="2020-05-16T12:28:48.598" v="2344" actId="1076"/>
          <ac:spMkLst>
            <pc:docMk/>
            <pc:sldMk cId="1619560292" sldId="261"/>
            <ac:spMk id="17" creationId="{76978D33-03B5-4AEF-B247-32CAE59A8854}"/>
          </ac:spMkLst>
        </pc:spChg>
        <pc:picChg chg="add mod">
          <ac:chgData name="Yavar Khan" userId="adf09dfa02e22036" providerId="LiveId" clId="{08FE525B-7842-4041-9261-C5212DB71C98}" dt="2020-05-16T12:29:01.398" v="2346" actId="571"/>
          <ac:picMkLst>
            <pc:docMk/>
            <pc:sldMk cId="1619560292" sldId="261"/>
            <ac:picMk id="9" creationId="{817C6635-D9EE-4763-911E-CF14A784A2D0}"/>
          </ac:picMkLst>
        </pc:picChg>
        <pc:picChg chg="mod">
          <ac:chgData name="Yavar Khan" userId="adf09dfa02e22036" providerId="LiveId" clId="{08FE525B-7842-4041-9261-C5212DB71C98}" dt="2020-05-16T12:29:06.383" v="2347" actId="1076"/>
          <ac:picMkLst>
            <pc:docMk/>
            <pc:sldMk cId="1619560292" sldId="261"/>
            <ac:picMk id="32" creationId="{732B3047-4DC6-4B39-BEB9-ECA252256921}"/>
          </ac:picMkLst>
        </pc:picChg>
      </pc:sldChg>
      <pc:sldChg chg="modSp new mod">
        <pc:chgData name="Yavar Khan" userId="adf09dfa02e22036" providerId="LiveId" clId="{08FE525B-7842-4041-9261-C5212DB71C98}" dt="2020-05-15T19:36:17.998" v="1910" actId="20577"/>
        <pc:sldMkLst>
          <pc:docMk/>
          <pc:sldMk cId="922632625" sldId="262"/>
        </pc:sldMkLst>
        <pc:spChg chg="mod">
          <ac:chgData name="Yavar Khan" userId="adf09dfa02e22036" providerId="LiveId" clId="{08FE525B-7842-4041-9261-C5212DB71C98}" dt="2020-05-15T19:36:17.998" v="1910" actId="20577"/>
          <ac:spMkLst>
            <pc:docMk/>
            <pc:sldMk cId="922632625" sldId="262"/>
            <ac:spMk id="2" creationId="{F5B10A1F-3819-4EF4-BFF0-A1428D358DF4}"/>
          </ac:spMkLst>
        </pc:spChg>
      </pc:sldChg>
      <pc:sldChg chg="del">
        <pc:chgData name="Yavar Khan" userId="adf09dfa02e22036" providerId="LiveId" clId="{08FE525B-7842-4041-9261-C5212DB71C98}" dt="2020-05-15T19:41:02.013" v="1926" actId="47"/>
        <pc:sldMkLst>
          <pc:docMk/>
          <pc:sldMk cId="3051136538" sldId="263"/>
        </pc:sldMkLst>
      </pc:sldChg>
      <pc:sldChg chg="del">
        <pc:chgData name="Yavar Khan" userId="adf09dfa02e22036" providerId="LiveId" clId="{08FE525B-7842-4041-9261-C5212DB71C98}" dt="2020-05-15T19:41:04.280" v="1927" actId="47"/>
        <pc:sldMkLst>
          <pc:docMk/>
          <pc:sldMk cId="3089143261" sldId="264"/>
        </pc:sldMkLst>
      </pc:sldChg>
      <pc:sldChg chg="modSp mod">
        <pc:chgData name="Yavar Khan" userId="adf09dfa02e22036" providerId="LiveId" clId="{08FE525B-7842-4041-9261-C5212DB71C98}" dt="2020-05-15T19:42:20.298" v="1928" actId="115"/>
        <pc:sldMkLst>
          <pc:docMk/>
          <pc:sldMk cId="811380864" sldId="265"/>
        </pc:sldMkLst>
        <pc:spChg chg="mod">
          <ac:chgData name="Yavar Khan" userId="adf09dfa02e22036" providerId="LiveId" clId="{08FE525B-7842-4041-9261-C5212DB71C98}" dt="2020-05-15T19:42:20.298" v="1928" actId="115"/>
          <ac:spMkLst>
            <pc:docMk/>
            <pc:sldMk cId="811380864" sldId="265"/>
            <ac:spMk id="2" creationId="{0CD5E6FF-C8C3-49DA-A438-FB26100BF594}"/>
          </ac:spMkLst>
        </pc:spChg>
      </pc:sldChg>
      <pc:sldChg chg="modSp mod">
        <pc:chgData name="Yavar Khan" userId="adf09dfa02e22036" providerId="LiveId" clId="{08FE525B-7842-4041-9261-C5212DB71C98}" dt="2020-05-15T19:42:28.816" v="1930" actId="115"/>
        <pc:sldMkLst>
          <pc:docMk/>
          <pc:sldMk cId="796570132" sldId="266"/>
        </pc:sldMkLst>
        <pc:spChg chg="mod">
          <ac:chgData name="Yavar Khan" userId="adf09dfa02e22036" providerId="LiveId" clId="{08FE525B-7842-4041-9261-C5212DB71C98}" dt="2020-05-15T19:42:28.816" v="1930" actId="115"/>
          <ac:spMkLst>
            <pc:docMk/>
            <pc:sldMk cId="796570132" sldId="266"/>
            <ac:spMk id="2" creationId="{F37CC424-6DB8-4D87-9AFB-D5F6767D60E7}"/>
          </ac:spMkLst>
        </pc:spChg>
      </pc:sldChg>
      <pc:sldChg chg="modSp mod">
        <pc:chgData name="Yavar Khan" userId="adf09dfa02e22036" providerId="LiveId" clId="{08FE525B-7842-4041-9261-C5212DB71C98}" dt="2020-05-15T19:42:24.400" v="1929" actId="115"/>
        <pc:sldMkLst>
          <pc:docMk/>
          <pc:sldMk cId="3772415201" sldId="267"/>
        </pc:sldMkLst>
        <pc:spChg chg="mod">
          <ac:chgData name="Yavar Khan" userId="adf09dfa02e22036" providerId="LiveId" clId="{08FE525B-7842-4041-9261-C5212DB71C98}" dt="2020-05-15T19:42:24.400" v="1929" actId="115"/>
          <ac:spMkLst>
            <pc:docMk/>
            <pc:sldMk cId="3772415201" sldId="267"/>
            <ac:spMk id="2" creationId="{D190BE3C-7072-4032-9C98-6A5ACC6E885C}"/>
          </ac:spMkLst>
        </pc:spChg>
      </pc:sldChg>
      <pc:sldChg chg="addSp modSp new mod setBg">
        <pc:chgData name="Yavar Khan" userId="adf09dfa02e22036" providerId="LiveId" clId="{08FE525B-7842-4041-9261-C5212DB71C98}" dt="2020-05-15T19:38:45.135" v="1924" actId="115"/>
        <pc:sldMkLst>
          <pc:docMk/>
          <pc:sldMk cId="532041612" sldId="268"/>
        </pc:sldMkLst>
        <pc:spChg chg="mod">
          <ac:chgData name="Yavar Khan" userId="adf09dfa02e22036" providerId="LiveId" clId="{08FE525B-7842-4041-9261-C5212DB71C98}" dt="2020-05-15T19:38:45.135" v="1924" actId="115"/>
          <ac:spMkLst>
            <pc:docMk/>
            <pc:sldMk cId="532041612" sldId="268"/>
            <ac:spMk id="2" creationId="{721E229F-2ADB-4A2C-94CE-55092C3FA99F}"/>
          </ac:spMkLst>
        </pc:spChg>
        <pc:spChg chg="mod">
          <ac:chgData name="Yavar Khan" userId="adf09dfa02e22036" providerId="LiveId" clId="{08FE525B-7842-4041-9261-C5212DB71C98}" dt="2020-05-15T18:30:04.080" v="1040" actId="20577"/>
          <ac:spMkLst>
            <pc:docMk/>
            <pc:sldMk cId="532041612" sldId="268"/>
            <ac:spMk id="3" creationId="{05271BC3-7E95-4923-A0EB-92DE4676BC53}"/>
          </ac:spMkLst>
        </pc:spChg>
        <pc:spChg chg="add">
          <ac:chgData name="Yavar Khan" userId="adf09dfa02e22036" providerId="LiveId" clId="{08FE525B-7842-4041-9261-C5212DB71C98}" dt="2020-05-15T18:29:18.790" v="1034" actId="26606"/>
          <ac:spMkLst>
            <pc:docMk/>
            <pc:sldMk cId="532041612" sldId="268"/>
            <ac:spMk id="8" creationId="{E8A8EAB8-D2FF-444D-B34B-7D32F106AD0E}"/>
          </ac:spMkLst>
        </pc:spChg>
        <pc:cxnChg chg="add">
          <ac:chgData name="Yavar Khan" userId="adf09dfa02e22036" providerId="LiveId" clId="{08FE525B-7842-4041-9261-C5212DB71C98}" dt="2020-05-15T18:29:18.790" v="1034" actId="26606"/>
          <ac:cxnSpMkLst>
            <pc:docMk/>
            <pc:sldMk cId="532041612" sldId="268"/>
            <ac:cxnSpMk id="10" creationId="{067633D1-6EE6-4118-B9F0-B363477BEE7A}"/>
          </ac:cxnSpMkLst>
        </pc:cxnChg>
        <pc:cxnChg chg="add">
          <ac:chgData name="Yavar Khan" userId="adf09dfa02e22036" providerId="LiveId" clId="{08FE525B-7842-4041-9261-C5212DB71C98}" dt="2020-05-15T18:29:18.790" v="1034" actId="26606"/>
          <ac:cxnSpMkLst>
            <pc:docMk/>
            <pc:sldMk cId="532041612" sldId="268"/>
            <ac:cxnSpMk id="12" creationId="{4AD7FFC6-42A9-49CB-B5E9-B3F6B038331B}"/>
          </ac:cxnSpMkLst>
        </pc:cxnChg>
      </pc:sldChg>
      <pc:sldChg chg="new del">
        <pc:chgData name="Yavar Khan" userId="adf09dfa02e22036" providerId="LiveId" clId="{08FE525B-7842-4041-9261-C5212DB71C98}" dt="2020-05-15T19:40:55.007" v="1925" actId="47"/>
        <pc:sldMkLst>
          <pc:docMk/>
          <pc:sldMk cId="242255870" sldId="269"/>
        </pc:sldMkLst>
      </pc:sldChg>
      <pc:sldChg chg="addSp delSp modSp new mod setBg setClrOvrMap">
        <pc:chgData name="Yavar Khan" userId="adf09dfa02e22036" providerId="LiveId" clId="{08FE525B-7842-4041-9261-C5212DB71C98}" dt="2020-05-15T19:31:19.143" v="1861" actId="115"/>
        <pc:sldMkLst>
          <pc:docMk/>
          <pc:sldMk cId="402439852" sldId="270"/>
        </pc:sldMkLst>
        <pc:spChg chg="mod">
          <ac:chgData name="Yavar Khan" userId="adf09dfa02e22036" providerId="LiveId" clId="{08FE525B-7842-4041-9261-C5212DB71C98}" dt="2020-05-15T19:23:48.844" v="1814" actId="26606"/>
          <ac:spMkLst>
            <pc:docMk/>
            <pc:sldMk cId="402439852" sldId="270"/>
            <ac:spMk id="2" creationId="{4E6B9830-164D-46ED-8AA1-D06ED1BA4FA0}"/>
          </ac:spMkLst>
        </pc:spChg>
        <pc:spChg chg="mod ord">
          <ac:chgData name="Yavar Khan" userId="adf09dfa02e22036" providerId="LiveId" clId="{08FE525B-7842-4041-9261-C5212DB71C98}" dt="2020-05-15T19:31:19.143" v="1861" actId="115"/>
          <ac:spMkLst>
            <pc:docMk/>
            <pc:sldMk cId="402439852" sldId="270"/>
            <ac:spMk id="3" creationId="{998525D1-DF53-4C93-AB32-46407AAE8E2F}"/>
          </ac:spMkLst>
        </pc:spChg>
        <pc:spChg chg="add del">
          <ac:chgData name="Yavar Khan" userId="adf09dfa02e22036" providerId="LiveId" clId="{08FE525B-7842-4041-9261-C5212DB71C98}" dt="2020-05-15T19:21:34.766" v="1802" actId="26606"/>
          <ac:spMkLst>
            <pc:docMk/>
            <pc:sldMk cId="402439852" sldId="270"/>
            <ac:spMk id="10" creationId="{46F7435D-E3DB-47B1-BA61-B00ACC83A9DE}"/>
          </ac:spMkLst>
        </pc:spChg>
        <pc:spChg chg="add del">
          <ac:chgData name="Yavar Khan" userId="adf09dfa02e22036" providerId="LiveId" clId="{08FE525B-7842-4041-9261-C5212DB71C98}" dt="2020-05-15T19:21:34.766" v="1802" actId="26606"/>
          <ac:spMkLst>
            <pc:docMk/>
            <pc:sldMk cId="402439852" sldId="270"/>
            <ac:spMk id="12" creationId="{F263A0B5-F8C4-4116-809F-78A768EA79A6}"/>
          </ac:spMkLst>
        </pc:spChg>
        <pc:spChg chg="add del">
          <ac:chgData name="Yavar Khan" userId="adf09dfa02e22036" providerId="LiveId" clId="{08FE525B-7842-4041-9261-C5212DB71C98}" dt="2020-05-15T19:22:03.457" v="1805" actId="26606"/>
          <ac:spMkLst>
            <pc:docMk/>
            <pc:sldMk cId="402439852" sldId="270"/>
            <ac:spMk id="14" creationId="{FBE3B62F-5853-4A3C-B050-6186351A7176}"/>
          </ac:spMkLst>
        </pc:spChg>
        <pc:spChg chg="add del">
          <ac:chgData name="Yavar Khan" userId="adf09dfa02e22036" providerId="LiveId" clId="{08FE525B-7842-4041-9261-C5212DB71C98}" dt="2020-05-15T19:22:03.457" v="1805" actId="26606"/>
          <ac:spMkLst>
            <pc:docMk/>
            <pc:sldMk cId="402439852" sldId="270"/>
            <ac:spMk id="15" creationId="{EE1FC7B4-E4A7-4452-B413-1A623E3A7230}"/>
          </ac:spMkLst>
        </pc:spChg>
        <pc:spChg chg="add del">
          <ac:chgData name="Yavar Khan" userId="adf09dfa02e22036" providerId="LiveId" clId="{08FE525B-7842-4041-9261-C5212DB71C98}" dt="2020-05-15T19:22:03.457" v="1805" actId="26606"/>
          <ac:spMkLst>
            <pc:docMk/>
            <pc:sldMk cId="402439852" sldId="270"/>
            <ac:spMk id="16" creationId="{E0709AF0-24F0-4486-B189-BE6386BDB198}"/>
          </ac:spMkLst>
        </pc:spChg>
        <pc:spChg chg="add del">
          <ac:chgData name="Yavar Khan" userId="adf09dfa02e22036" providerId="LiveId" clId="{08FE525B-7842-4041-9261-C5212DB71C98}" dt="2020-05-15T19:22:40.168" v="1809" actId="26606"/>
          <ac:spMkLst>
            <pc:docMk/>
            <pc:sldMk cId="402439852" sldId="270"/>
            <ac:spMk id="21" creationId="{C7FA33FF-088D-4F16-95A2-2C64D353DEA8}"/>
          </ac:spMkLst>
        </pc:spChg>
        <pc:spChg chg="add del">
          <ac:chgData name="Yavar Khan" userId="adf09dfa02e22036" providerId="LiveId" clId="{08FE525B-7842-4041-9261-C5212DB71C98}" dt="2020-05-15T19:22:40.168" v="1809" actId="26606"/>
          <ac:spMkLst>
            <pc:docMk/>
            <pc:sldMk cId="402439852" sldId="270"/>
            <ac:spMk id="23" creationId="{A376EFB1-01CF-419F-ABF1-2AF02BBFCBD1}"/>
          </ac:spMkLst>
        </pc:spChg>
        <pc:spChg chg="add del">
          <ac:chgData name="Yavar Khan" userId="adf09dfa02e22036" providerId="LiveId" clId="{08FE525B-7842-4041-9261-C5212DB71C98}" dt="2020-05-15T19:22:40.168" v="1809" actId="26606"/>
          <ac:spMkLst>
            <pc:docMk/>
            <pc:sldMk cId="402439852" sldId="270"/>
            <ac:spMk id="25" creationId="{FF9DEA15-78BD-4750-AA18-B9F28A6D5AB8}"/>
          </ac:spMkLst>
        </pc:spChg>
        <pc:spChg chg="add del">
          <ac:chgData name="Yavar Khan" userId="adf09dfa02e22036" providerId="LiveId" clId="{08FE525B-7842-4041-9261-C5212DB71C98}" dt="2020-05-15T19:23:48.844" v="1814" actId="26606"/>
          <ac:spMkLst>
            <pc:docMk/>
            <pc:sldMk cId="402439852" sldId="270"/>
            <ac:spMk id="30" creationId="{56C20283-73E0-40EC-8AD8-057F581F64C2}"/>
          </ac:spMkLst>
        </pc:spChg>
        <pc:spChg chg="add del">
          <ac:chgData name="Yavar Khan" userId="adf09dfa02e22036" providerId="LiveId" clId="{08FE525B-7842-4041-9261-C5212DB71C98}" dt="2020-05-15T19:23:48.844" v="1814" actId="26606"/>
          <ac:spMkLst>
            <pc:docMk/>
            <pc:sldMk cId="402439852" sldId="270"/>
            <ac:spMk id="32" creationId="{3FCC729B-E528-40C3-82D3-BA4375575E87}"/>
          </ac:spMkLst>
        </pc:spChg>
        <pc:spChg chg="add del">
          <ac:chgData name="Yavar Khan" userId="adf09dfa02e22036" providerId="LiveId" clId="{08FE525B-7842-4041-9261-C5212DB71C98}" dt="2020-05-15T19:23:48.844" v="1814" actId="26606"/>
          <ac:spMkLst>
            <pc:docMk/>
            <pc:sldMk cId="402439852" sldId="270"/>
            <ac:spMk id="34" creationId="{58F1FB8D-1842-4A04-998D-6CF047AB2790}"/>
          </ac:spMkLst>
        </pc:spChg>
        <pc:spChg chg="add">
          <ac:chgData name="Yavar Khan" userId="adf09dfa02e22036" providerId="LiveId" clId="{08FE525B-7842-4041-9261-C5212DB71C98}" dt="2020-05-15T19:23:48.844" v="1814" actId="26606"/>
          <ac:spMkLst>
            <pc:docMk/>
            <pc:sldMk cId="402439852" sldId="270"/>
            <ac:spMk id="39" creationId="{C7FA33FF-088D-4F16-95A2-2C64D353DEA8}"/>
          </ac:spMkLst>
        </pc:spChg>
        <pc:spChg chg="add">
          <ac:chgData name="Yavar Khan" userId="adf09dfa02e22036" providerId="LiveId" clId="{08FE525B-7842-4041-9261-C5212DB71C98}" dt="2020-05-15T19:23:48.844" v="1814" actId="26606"/>
          <ac:spMkLst>
            <pc:docMk/>
            <pc:sldMk cId="402439852" sldId="270"/>
            <ac:spMk id="41" creationId="{A376EFB1-01CF-419F-ABF1-2AF02BBFCBD1}"/>
          </ac:spMkLst>
        </pc:spChg>
        <pc:spChg chg="add">
          <ac:chgData name="Yavar Khan" userId="adf09dfa02e22036" providerId="LiveId" clId="{08FE525B-7842-4041-9261-C5212DB71C98}" dt="2020-05-15T19:23:48.844" v="1814" actId="26606"/>
          <ac:spMkLst>
            <pc:docMk/>
            <pc:sldMk cId="402439852" sldId="270"/>
            <ac:spMk id="43" creationId="{FF9DEA15-78BD-4750-AA18-B9F28A6D5AB8}"/>
          </ac:spMkLst>
        </pc:spChg>
        <pc:picChg chg="add mod ord">
          <ac:chgData name="Yavar Khan" userId="adf09dfa02e22036" providerId="LiveId" clId="{08FE525B-7842-4041-9261-C5212DB71C98}" dt="2020-05-15T19:23:59.404" v="1816" actId="14100"/>
          <ac:picMkLst>
            <pc:docMk/>
            <pc:sldMk cId="402439852" sldId="270"/>
            <ac:picMk id="5" creationId="{9D8782E1-E3E6-46A0-ABC2-BB624EA41589}"/>
          </ac:picMkLst>
        </pc:picChg>
      </pc:sldChg>
      <pc:sldChg chg="addSp modSp new mod setBg setClrOvrMap">
        <pc:chgData name="Yavar Khan" userId="adf09dfa02e22036" providerId="LiveId" clId="{08FE525B-7842-4041-9261-C5212DB71C98}" dt="2020-05-15T19:30:38.607" v="1853" actId="1076"/>
        <pc:sldMkLst>
          <pc:docMk/>
          <pc:sldMk cId="1584689356" sldId="271"/>
        </pc:sldMkLst>
        <pc:spChg chg="mod">
          <ac:chgData name="Yavar Khan" userId="adf09dfa02e22036" providerId="LiveId" clId="{08FE525B-7842-4041-9261-C5212DB71C98}" dt="2020-05-15T19:29:53.823" v="1849" actId="115"/>
          <ac:spMkLst>
            <pc:docMk/>
            <pc:sldMk cId="1584689356" sldId="271"/>
            <ac:spMk id="2" creationId="{7442F1ED-7F65-4F6A-89ED-9C8859B06BC6}"/>
          </ac:spMkLst>
        </pc:spChg>
        <pc:spChg chg="mod">
          <ac:chgData name="Yavar Khan" userId="adf09dfa02e22036" providerId="LiveId" clId="{08FE525B-7842-4041-9261-C5212DB71C98}" dt="2020-05-15T19:30:12.451" v="1850" actId="113"/>
          <ac:spMkLst>
            <pc:docMk/>
            <pc:sldMk cId="1584689356" sldId="271"/>
            <ac:spMk id="3" creationId="{95DC9FC0-41DE-444C-A8BC-0A6424B650FD}"/>
          </ac:spMkLst>
        </pc:spChg>
        <pc:spChg chg="add">
          <ac:chgData name="Yavar Khan" userId="adf09dfa02e22036" providerId="LiveId" clId="{08FE525B-7842-4041-9261-C5212DB71C98}" dt="2020-05-15T19:29:44.874" v="1848" actId="26606"/>
          <ac:spMkLst>
            <pc:docMk/>
            <pc:sldMk cId="1584689356" sldId="271"/>
            <ac:spMk id="10" creationId="{C7FA33FF-088D-4F16-95A2-2C64D353DEA8}"/>
          </ac:spMkLst>
        </pc:spChg>
        <pc:spChg chg="add">
          <ac:chgData name="Yavar Khan" userId="adf09dfa02e22036" providerId="LiveId" clId="{08FE525B-7842-4041-9261-C5212DB71C98}" dt="2020-05-15T19:29:44.874" v="1848" actId="26606"/>
          <ac:spMkLst>
            <pc:docMk/>
            <pc:sldMk cId="1584689356" sldId="271"/>
            <ac:spMk id="12" creationId="{A376EFB1-01CF-419F-ABF1-2AF02BBFCBD1}"/>
          </ac:spMkLst>
        </pc:spChg>
        <pc:spChg chg="add">
          <ac:chgData name="Yavar Khan" userId="adf09dfa02e22036" providerId="LiveId" clId="{08FE525B-7842-4041-9261-C5212DB71C98}" dt="2020-05-15T19:29:44.874" v="1848" actId="26606"/>
          <ac:spMkLst>
            <pc:docMk/>
            <pc:sldMk cId="1584689356" sldId="271"/>
            <ac:spMk id="14" creationId="{FF9DEA15-78BD-4750-AA18-B9F28A6D5AB8}"/>
          </ac:spMkLst>
        </pc:spChg>
        <pc:picChg chg="add mod">
          <ac:chgData name="Yavar Khan" userId="adf09dfa02e22036" providerId="LiveId" clId="{08FE525B-7842-4041-9261-C5212DB71C98}" dt="2020-05-15T19:30:38.607" v="1853" actId="1076"/>
          <ac:picMkLst>
            <pc:docMk/>
            <pc:sldMk cId="1584689356" sldId="271"/>
            <ac:picMk id="5" creationId="{87160904-B3AA-4C6D-93E3-ED6B78242F6E}"/>
          </ac:picMkLst>
        </pc:picChg>
      </pc:sldChg>
      <pc:sldChg chg="addSp modSp new mod setBg setClrOvrMap">
        <pc:chgData name="Yavar Khan" userId="adf09dfa02e22036" providerId="LiveId" clId="{08FE525B-7842-4041-9261-C5212DB71C98}" dt="2020-05-15T22:04:33.387" v="2340" actId="14100"/>
        <pc:sldMkLst>
          <pc:docMk/>
          <pc:sldMk cId="175620948" sldId="272"/>
        </pc:sldMkLst>
        <pc:spChg chg="mod">
          <ac:chgData name="Yavar Khan" userId="adf09dfa02e22036" providerId="LiveId" clId="{08FE525B-7842-4041-9261-C5212DB71C98}" dt="2020-05-15T19:35:44.408" v="1896" actId="115"/>
          <ac:spMkLst>
            <pc:docMk/>
            <pc:sldMk cId="175620948" sldId="272"/>
            <ac:spMk id="2" creationId="{32F7CE21-E1B8-4666-B9B8-7869B9E51BB8}"/>
          </ac:spMkLst>
        </pc:spChg>
        <pc:spChg chg="mod">
          <ac:chgData name="Yavar Khan" userId="adf09dfa02e22036" providerId="LiveId" clId="{08FE525B-7842-4041-9261-C5212DB71C98}" dt="2020-05-15T19:37:55.230" v="1923" actId="20577"/>
          <ac:spMkLst>
            <pc:docMk/>
            <pc:sldMk cId="175620948" sldId="272"/>
            <ac:spMk id="3" creationId="{07E48EAA-FA89-459F-BBD9-D25C7A23E090}"/>
          </ac:spMkLst>
        </pc:spChg>
        <pc:spChg chg="add">
          <ac:chgData name="Yavar Khan" userId="adf09dfa02e22036" providerId="LiveId" clId="{08FE525B-7842-4041-9261-C5212DB71C98}" dt="2020-05-15T19:35:24.298" v="1892" actId="26606"/>
          <ac:spMkLst>
            <pc:docMk/>
            <pc:sldMk cId="175620948" sldId="272"/>
            <ac:spMk id="10" creationId="{C7FA33FF-088D-4F16-95A2-2C64D353DEA8}"/>
          </ac:spMkLst>
        </pc:spChg>
        <pc:spChg chg="add">
          <ac:chgData name="Yavar Khan" userId="adf09dfa02e22036" providerId="LiveId" clId="{08FE525B-7842-4041-9261-C5212DB71C98}" dt="2020-05-15T19:35:24.298" v="1892" actId="26606"/>
          <ac:spMkLst>
            <pc:docMk/>
            <pc:sldMk cId="175620948" sldId="272"/>
            <ac:spMk id="12" creationId="{A376EFB1-01CF-419F-ABF1-2AF02BBFCBD1}"/>
          </ac:spMkLst>
        </pc:spChg>
        <pc:spChg chg="add">
          <ac:chgData name="Yavar Khan" userId="adf09dfa02e22036" providerId="LiveId" clId="{08FE525B-7842-4041-9261-C5212DB71C98}" dt="2020-05-15T19:35:24.298" v="1892" actId="26606"/>
          <ac:spMkLst>
            <pc:docMk/>
            <pc:sldMk cId="175620948" sldId="272"/>
            <ac:spMk id="14" creationId="{FF9DEA15-78BD-4750-AA18-B9F28A6D5AB8}"/>
          </ac:spMkLst>
        </pc:spChg>
        <pc:picChg chg="add mod">
          <ac:chgData name="Yavar Khan" userId="adf09dfa02e22036" providerId="LiveId" clId="{08FE525B-7842-4041-9261-C5212DB71C98}" dt="2020-05-15T22:04:33.387" v="2340" actId="14100"/>
          <ac:picMkLst>
            <pc:docMk/>
            <pc:sldMk cId="175620948" sldId="272"/>
            <ac:picMk id="5" creationId="{1F490FBB-4819-409A-AC6B-D4C5923C076C}"/>
          </ac:picMkLst>
        </pc:picChg>
      </pc:sldChg>
      <pc:sldChg chg="addSp delSp modSp new mod setClrOvrMap">
        <pc:chgData name="Yavar Khan" userId="adf09dfa02e22036" providerId="LiveId" clId="{08FE525B-7842-4041-9261-C5212DB71C98}" dt="2020-05-15T22:02:06.118" v="2338" actId="26606"/>
        <pc:sldMkLst>
          <pc:docMk/>
          <pc:sldMk cId="3201759130" sldId="273"/>
        </pc:sldMkLst>
        <pc:spChg chg="mod">
          <ac:chgData name="Yavar Khan" userId="adf09dfa02e22036" providerId="LiveId" clId="{08FE525B-7842-4041-9261-C5212DB71C98}" dt="2020-05-15T21:59:51.574" v="2328" actId="26606"/>
          <ac:spMkLst>
            <pc:docMk/>
            <pc:sldMk cId="3201759130" sldId="273"/>
            <ac:spMk id="2" creationId="{97DA5592-F925-41D5-A7E5-AEDB909B0EDA}"/>
          </ac:spMkLst>
        </pc:spChg>
        <pc:spChg chg="del">
          <ac:chgData name="Yavar Khan" userId="adf09dfa02e22036" providerId="LiveId" clId="{08FE525B-7842-4041-9261-C5212DB71C98}" dt="2020-05-15T21:59:51.574" v="2328" actId="26606"/>
          <ac:spMkLst>
            <pc:docMk/>
            <pc:sldMk cId="3201759130" sldId="273"/>
            <ac:spMk id="16" creationId="{6166C6D1-23AC-49C4-BA07-238E4E9F8CEB}"/>
          </ac:spMkLst>
        </pc:spChg>
        <pc:spChg chg="del">
          <ac:chgData name="Yavar Khan" userId="adf09dfa02e22036" providerId="LiveId" clId="{08FE525B-7842-4041-9261-C5212DB71C98}" dt="2020-05-15T21:59:51.574" v="2328" actId="26606"/>
          <ac:spMkLst>
            <pc:docMk/>
            <pc:sldMk cId="3201759130" sldId="273"/>
            <ac:spMk id="17" creationId="{B775CD93-9DF2-48CB-9F57-1BCA9A46C7FA}"/>
          </ac:spMkLst>
        </pc:spChg>
        <pc:spChg chg="del">
          <ac:chgData name="Yavar Khan" userId="adf09dfa02e22036" providerId="LiveId" clId="{08FE525B-7842-4041-9261-C5212DB71C98}" dt="2020-05-15T21:59:51.574" v="2328" actId="26606"/>
          <ac:spMkLst>
            <pc:docMk/>
            <pc:sldMk cId="3201759130" sldId="273"/>
            <ac:spMk id="18" creationId="{1C091803-41C2-48E0-9228-5148460C7479}"/>
          </ac:spMkLst>
        </pc:spChg>
        <pc:spChg chg="add del">
          <ac:chgData name="Yavar Khan" userId="adf09dfa02e22036" providerId="LiveId" clId="{08FE525B-7842-4041-9261-C5212DB71C98}" dt="2020-05-15T22:01:43.614" v="2336" actId="26606"/>
          <ac:spMkLst>
            <pc:docMk/>
            <pc:sldMk cId="3201759130" sldId="273"/>
            <ac:spMk id="23" creationId="{D1C26593-9A51-48FE-9FA2-A9052E57F390}"/>
          </ac:spMkLst>
        </pc:spChg>
        <pc:spChg chg="add del">
          <ac:chgData name="Yavar Khan" userId="adf09dfa02e22036" providerId="LiveId" clId="{08FE525B-7842-4041-9261-C5212DB71C98}" dt="2020-05-15T22:01:43.614" v="2336" actId="26606"/>
          <ac:spMkLst>
            <pc:docMk/>
            <pc:sldMk cId="3201759130" sldId="273"/>
            <ac:spMk id="25" creationId="{B9D473B1-934D-4F2D-AC4B-5BFB4BAC5DCD}"/>
          </ac:spMkLst>
        </pc:spChg>
        <pc:spChg chg="add del">
          <ac:chgData name="Yavar Khan" userId="adf09dfa02e22036" providerId="LiveId" clId="{08FE525B-7842-4041-9261-C5212DB71C98}" dt="2020-05-15T22:01:43.614" v="2336" actId="26606"/>
          <ac:spMkLst>
            <pc:docMk/>
            <pc:sldMk cId="3201759130" sldId="273"/>
            <ac:spMk id="27" creationId="{CDE3C03E-D949-4F50-AAFA-3278B2212124}"/>
          </ac:spMkLst>
        </pc:spChg>
        <pc:spChg chg="add del">
          <ac:chgData name="Yavar Khan" userId="adf09dfa02e22036" providerId="LiveId" clId="{08FE525B-7842-4041-9261-C5212DB71C98}" dt="2020-05-15T22:02:06.118" v="2338" actId="26606"/>
          <ac:spMkLst>
            <pc:docMk/>
            <pc:sldMk cId="3201759130" sldId="273"/>
            <ac:spMk id="29" creationId="{D1C26593-9A51-48FE-9FA2-A9052E57F390}"/>
          </ac:spMkLst>
        </pc:spChg>
        <pc:spChg chg="add del">
          <ac:chgData name="Yavar Khan" userId="adf09dfa02e22036" providerId="LiveId" clId="{08FE525B-7842-4041-9261-C5212DB71C98}" dt="2020-05-15T22:02:06.118" v="2338" actId="26606"/>
          <ac:spMkLst>
            <pc:docMk/>
            <pc:sldMk cId="3201759130" sldId="273"/>
            <ac:spMk id="30" creationId="{B9D473B1-934D-4F2D-AC4B-5BFB4BAC5DCD}"/>
          </ac:spMkLst>
        </pc:spChg>
        <pc:spChg chg="add del">
          <ac:chgData name="Yavar Khan" userId="adf09dfa02e22036" providerId="LiveId" clId="{08FE525B-7842-4041-9261-C5212DB71C98}" dt="2020-05-15T22:02:06.118" v="2338" actId="26606"/>
          <ac:spMkLst>
            <pc:docMk/>
            <pc:sldMk cId="3201759130" sldId="273"/>
            <ac:spMk id="31" creationId="{CDE3C03E-D949-4F50-AAFA-3278B2212124}"/>
          </ac:spMkLst>
        </pc:spChg>
        <pc:spChg chg="add del">
          <ac:chgData name="Yavar Khan" userId="adf09dfa02e22036" providerId="LiveId" clId="{08FE525B-7842-4041-9261-C5212DB71C98}" dt="2020-05-15T22:00:25.580" v="2334" actId="26606"/>
          <ac:spMkLst>
            <pc:docMk/>
            <pc:sldMk cId="3201759130" sldId="273"/>
            <ac:spMk id="32" creationId="{D1C26593-9A51-48FE-9FA2-A9052E57F390}"/>
          </ac:spMkLst>
        </pc:spChg>
        <pc:spChg chg="add">
          <ac:chgData name="Yavar Khan" userId="adf09dfa02e22036" providerId="LiveId" clId="{08FE525B-7842-4041-9261-C5212DB71C98}" dt="2020-05-15T22:02:06.118" v="2338" actId="26606"/>
          <ac:spMkLst>
            <pc:docMk/>
            <pc:sldMk cId="3201759130" sldId="273"/>
            <ac:spMk id="33" creationId="{D1C26593-9A51-48FE-9FA2-A9052E57F390}"/>
          </ac:spMkLst>
        </pc:spChg>
        <pc:spChg chg="add del">
          <ac:chgData name="Yavar Khan" userId="adf09dfa02e22036" providerId="LiveId" clId="{08FE525B-7842-4041-9261-C5212DB71C98}" dt="2020-05-15T22:00:25.580" v="2334" actId="26606"/>
          <ac:spMkLst>
            <pc:docMk/>
            <pc:sldMk cId="3201759130" sldId="273"/>
            <ac:spMk id="34" creationId="{B9D473B1-934D-4F2D-AC4B-5BFB4BAC5DCD}"/>
          </ac:spMkLst>
        </pc:spChg>
        <pc:spChg chg="add del">
          <ac:chgData name="Yavar Khan" userId="adf09dfa02e22036" providerId="LiveId" clId="{08FE525B-7842-4041-9261-C5212DB71C98}" dt="2020-05-15T22:00:25.580" v="2334" actId="26606"/>
          <ac:spMkLst>
            <pc:docMk/>
            <pc:sldMk cId="3201759130" sldId="273"/>
            <ac:spMk id="36" creationId="{CDE3C03E-D949-4F50-AAFA-3278B2212124}"/>
          </ac:spMkLst>
        </pc:spChg>
        <pc:spChg chg="add">
          <ac:chgData name="Yavar Khan" userId="adf09dfa02e22036" providerId="LiveId" clId="{08FE525B-7842-4041-9261-C5212DB71C98}" dt="2020-05-15T22:02:06.118" v="2338" actId="26606"/>
          <ac:spMkLst>
            <pc:docMk/>
            <pc:sldMk cId="3201759130" sldId="273"/>
            <ac:spMk id="38" creationId="{B9D473B1-934D-4F2D-AC4B-5BFB4BAC5DCD}"/>
          </ac:spMkLst>
        </pc:spChg>
        <pc:spChg chg="add">
          <ac:chgData name="Yavar Khan" userId="adf09dfa02e22036" providerId="LiveId" clId="{08FE525B-7842-4041-9261-C5212DB71C98}" dt="2020-05-15T22:02:06.118" v="2338" actId="26606"/>
          <ac:spMkLst>
            <pc:docMk/>
            <pc:sldMk cId="3201759130" sldId="273"/>
            <ac:spMk id="40" creationId="{CDE3C03E-D949-4F50-AAFA-3278B2212124}"/>
          </ac:spMkLst>
        </pc:spChg>
        <pc:graphicFrameChg chg="mod ord modGraphic">
          <ac:chgData name="Yavar Khan" userId="adf09dfa02e22036" providerId="LiveId" clId="{08FE525B-7842-4041-9261-C5212DB71C98}" dt="2020-05-15T22:02:06.118" v="2338" actId="26606"/>
          <ac:graphicFrameMkLst>
            <pc:docMk/>
            <pc:sldMk cId="3201759130" sldId="273"/>
            <ac:graphicFrameMk id="5" creationId="{E1436C88-D0B9-46EA-8AE9-D02AF17F4D5C}"/>
          </ac:graphicFrameMkLst>
        </pc:graphicFrameChg>
        <pc:picChg chg="mod">
          <ac:chgData name="Yavar Khan" userId="adf09dfa02e22036" providerId="LiveId" clId="{08FE525B-7842-4041-9261-C5212DB71C98}" dt="2020-05-15T22:01:43.614" v="2336" actId="26606"/>
          <ac:picMkLst>
            <pc:docMk/>
            <pc:sldMk cId="3201759130" sldId="273"/>
            <ac:picMk id="6" creationId="{014CB2BC-DF41-4B45-A60B-26096874F8F2}"/>
          </ac:picMkLst>
        </pc:picChg>
        <pc:picChg chg="mod">
          <ac:chgData name="Yavar Khan" userId="adf09dfa02e22036" providerId="LiveId" clId="{08FE525B-7842-4041-9261-C5212DB71C98}" dt="2020-05-15T22:01:43.614" v="2336" actId="26606"/>
          <ac:picMkLst>
            <pc:docMk/>
            <pc:sldMk cId="3201759130" sldId="273"/>
            <ac:picMk id="8" creationId="{77CDE782-C067-4ADD-823B-A6581B3A533B}"/>
          </ac:picMkLst>
        </pc:picChg>
        <pc:picChg chg="mod">
          <ac:chgData name="Yavar Khan" userId="adf09dfa02e22036" providerId="LiveId" clId="{08FE525B-7842-4041-9261-C5212DB71C98}" dt="2020-05-15T22:01:43.614" v="2336" actId="26606"/>
          <ac:picMkLst>
            <pc:docMk/>
            <pc:sldMk cId="3201759130" sldId="273"/>
            <ac:picMk id="11" creationId="{8B479F32-5682-42C1-8284-ECE7897629DA}"/>
          </ac:picMkLst>
        </pc:picChg>
        <pc:picChg chg="mod">
          <ac:chgData name="Yavar Khan" userId="adf09dfa02e22036" providerId="LiveId" clId="{08FE525B-7842-4041-9261-C5212DB71C98}" dt="2020-05-15T22:01:43.614" v="2336" actId="26606"/>
          <ac:picMkLst>
            <pc:docMk/>
            <pc:sldMk cId="3201759130" sldId="273"/>
            <ac:picMk id="13" creationId="{70426D9C-BBB6-4956-A45F-6C9CA4A6B865}"/>
          </ac:picMkLst>
        </pc:picChg>
      </pc:sldChg>
      <pc:sldChg chg="addSp delSp modSp new mod setBg setClrOvrMap">
        <pc:chgData name="Yavar Khan" userId="adf09dfa02e22036" providerId="LiveId" clId="{08FE525B-7842-4041-9261-C5212DB71C98}" dt="2020-05-15T20:12:46.276" v="2327" actId="20577"/>
        <pc:sldMkLst>
          <pc:docMk/>
          <pc:sldMk cId="2782166726" sldId="274"/>
        </pc:sldMkLst>
        <pc:spChg chg="mod">
          <ac:chgData name="Yavar Khan" userId="adf09dfa02e22036" providerId="LiveId" clId="{08FE525B-7842-4041-9261-C5212DB71C98}" dt="2020-05-15T20:11:02.466" v="2252" actId="26606"/>
          <ac:spMkLst>
            <pc:docMk/>
            <pc:sldMk cId="2782166726" sldId="274"/>
            <ac:spMk id="2" creationId="{14E8099E-98F7-4BA5-AD54-61E144507AB7}"/>
          </ac:spMkLst>
        </pc:spChg>
        <pc:spChg chg="add del mod">
          <ac:chgData name="Yavar Khan" userId="adf09dfa02e22036" providerId="LiveId" clId="{08FE525B-7842-4041-9261-C5212DB71C98}" dt="2020-05-15T20:12:46.276" v="2327" actId="20577"/>
          <ac:spMkLst>
            <pc:docMk/>
            <pc:sldMk cId="2782166726" sldId="274"/>
            <ac:spMk id="3" creationId="{931F21EA-FB6A-4158-BC2A-3A52EEA417CE}"/>
          </ac:spMkLst>
        </pc:spChg>
        <pc:spChg chg="add">
          <ac:chgData name="Yavar Khan" userId="adf09dfa02e22036" providerId="LiveId" clId="{08FE525B-7842-4041-9261-C5212DB71C98}" dt="2020-05-15T20:11:02.466" v="2252" actId="26606"/>
          <ac:spMkLst>
            <pc:docMk/>
            <pc:sldMk cId="2782166726" sldId="274"/>
            <ac:spMk id="10" creationId="{C7FA33FF-088D-4F16-95A2-2C64D353DEA8}"/>
          </ac:spMkLst>
        </pc:spChg>
        <pc:spChg chg="add">
          <ac:chgData name="Yavar Khan" userId="adf09dfa02e22036" providerId="LiveId" clId="{08FE525B-7842-4041-9261-C5212DB71C98}" dt="2020-05-15T20:11:02.466" v="2252" actId="26606"/>
          <ac:spMkLst>
            <pc:docMk/>
            <pc:sldMk cId="2782166726" sldId="274"/>
            <ac:spMk id="12" creationId="{A376EFB1-01CF-419F-ABF1-2AF02BBFCBD1}"/>
          </ac:spMkLst>
        </pc:spChg>
        <pc:spChg chg="add">
          <ac:chgData name="Yavar Khan" userId="adf09dfa02e22036" providerId="LiveId" clId="{08FE525B-7842-4041-9261-C5212DB71C98}" dt="2020-05-15T20:11:02.466" v="2252" actId="26606"/>
          <ac:spMkLst>
            <pc:docMk/>
            <pc:sldMk cId="2782166726" sldId="274"/>
            <ac:spMk id="14" creationId="{FF9DEA15-78BD-4750-AA18-B9F28A6D5AB8}"/>
          </ac:spMkLst>
        </pc:spChg>
        <pc:picChg chg="add mod">
          <ac:chgData name="Yavar Khan" userId="adf09dfa02e22036" providerId="LiveId" clId="{08FE525B-7842-4041-9261-C5212DB71C98}" dt="2020-05-15T19:54:52.082" v="1981"/>
          <ac:picMkLst>
            <pc:docMk/>
            <pc:sldMk cId="2782166726" sldId="274"/>
            <ac:picMk id="4" creationId="{489E66BD-CA66-425C-A9B3-402BBF927CCD}"/>
          </ac:picMkLst>
        </pc:picChg>
        <pc:picChg chg="add mod">
          <ac:chgData name="Yavar Khan" userId="adf09dfa02e22036" providerId="LiveId" clId="{08FE525B-7842-4041-9261-C5212DB71C98}" dt="2020-05-15T20:11:29.586" v="2257" actId="14100"/>
          <ac:picMkLst>
            <pc:docMk/>
            <pc:sldMk cId="2782166726" sldId="274"/>
            <ac:picMk id="5" creationId="{DA8865E4-54D9-4886-BB55-3C72FC25D3CC}"/>
          </ac:picMkLst>
        </pc:picChg>
      </pc:sldChg>
      <pc:sldChg chg="addSp delSp modSp new del mod setBg">
        <pc:chgData name="Yavar Khan" userId="adf09dfa02e22036" providerId="LiveId" clId="{08FE525B-7842-4041-9261-C5212DB71C98}" dt="2020-05-17T00:03:00.587" v="2461" actId="47"/>
        <pc:sldMkLst>
          <pc:docMk/>
          <pc:sldMk cId="3395604400" sldId="277"/>
        </pc:sldMkLst>
        <pc:spChg chg="mod">
          <ac:chgData name="Yavar Khan" userId="adf09dfa02e22036" providerId="LiveId" clId="{08FE525B-7842-4041-9261-C5212DB71C98}" dt="2020-05-17T00:01:36.730" v="2460" actId="26606"/>
          <ac:spMkLst>
            <pc:docMk/>
            <pc:sldMk cId="3395604400" sldId="277"/>
            <ac:spMk id="2" creationId="{115C630F-6964-4107-9686-2BD2265CFE5D}"/>
          </ac:spMkLst>
        </pc:spChg>
        <pc:spChg chg="del mod">
          <ac:chgData name="Yavar Khan" userId="adf09dfa02e22036" providerId="LiveId" clId="{08FE525B-7842-4041-9261-C5212DB71C98}" dt="2020-05-16T23:57:31.043" v="2448" actId="26606"/>
          <ac:spMkLst>
            <pc:docMk/>
            <pc:sldMk cId="3395604400" sldId="277"/>
            <ac:spMk id="3" creationId="{5E31AF02-9F51-4FE9-B918-0BF66C46D9B9}"/>
          </ac:spMkLst>
        </pc:spChg>
        <pc:spChg chg="add del">
          <ac:chgData name="Yavar Khan" userId="adf09dfa02e22036" providerId="LiveId" clId="{08FE525B-7842-4041-9261-C5212DB71C98}" dt="2020-05-17T00:01:36.730" v="2460" actId="26606"/>
          <ac:spMkLst>
            <pc:docMk/>
            <pc:sldMk cId="3395604400" sldId="277"/>
            <ac:spMk id="7" creationId="{D55CD764-972B-4CA5-A885-53E55C63E174}"/>
          </ac:spMkLst>
        </pc:spChg>
        <pc:spChg chg="add del">
          <ac:chgData name="Yavar Khan" userId="adf09dfa02e22036" providerId="LiveId" clId="{08FE525B-7842-4041-9261-C5212DB71C98}" dt="2020-05-17T00:01:36.730" v="2460" actId="26606"/>
          <ac:spMkLst>
            <pc:docMk/>
            <pc:sldMk cId="3395604400" sldId="277"/>
            <ac:spMk id="8" creationId="{34165AB3-7006-4430-BCE3-25476BE13322}"/>
          </ac:spMkLst>
        </pc:spChg>
        <pc:spChg chg="add del">
          <ac:chgData name="Yavar Khan" userId="adf09dfa02e22036" providerId="LiveId" clId="{08FE525B-7842-4041-9261-C5212DB71C98}" dt="2020-05-16T23:57:55.543" v="2450" actId="26606"/>
          <ac:spMkLst>
            <pc:docMk/>
            <pc:sldMk cId="3395604400" sldId="277"/>
            <ac:spMk id="9" creationId="{3A5B4632-C963-4296-86F0-79AA9EA5AE98}"/>
          </ac:spMkLst>
        </pc:spChg>
        <pc:spChg chg="add del">
          <ac:chgData name="Yavar Khan" userId="adf09dfa02e22036" providerId="LiveId" clId="{08FE525B-7842-4041-9261-C5212DB71C98}" dt="2020-05-16T23:58:51.579" v="2454" actId="26606"/>
          <ac:spMkLst>
            <pc:docMk/>
            <pc:sldMk cId="3395604400" sldId="277"/>
            <ac:spMk id="10" creationId="{778AB447-A4B7-44D2-A99D-2E39CCFBD048}"/>
          </ac:spMkLst>
        </pc:spChg>
        <pc:spChg chg="add del">
          <ac:chgData name="Yavar Khan" userId="adf09dfa02e22036" providerId="LiveId" clId="{08FE525B-7842-4041-9261-C5212DB71C98}" dt="2020-05-16T23:58:51.579" v="2454" actId="26606"/>
          <ac:spMkLst>
            <pc:docMk/>
            <pc:sldMk cId="3395604400" sldId="277"/>
            <ac:spMk id="12" creationId="{A5271697-90F1-4A23-8EF2-0179F2EAFACB}"/>
          </ac:spMkLst>
        </pc:spChg>
        <pc:spChg chg="add del">
          <ac:chgData name="Yavar Khan" userId="adf09dfa02e22036" providerId="LiveId" clId="{08FE525B-7842-4041-9261-C5212DB71C98}" dt="2020-05-16T23:58:51.579" v="2454" actId="26606"/>
          <ac:spMkLst>
            <pc:docMk/>
            <pc:sldMk cId="3395604400" sldId="277"/>
            <ac:spMk id="14" creationId="{D9F5512A-48E1-4C07-B75E-3CCC517B6804}"/>
          </ac:spMkLst>
        </pc:spChg>
        <pc:spChg chg="add del">
          <ac:chgData name="Yavar Khan" userId="adf09dfa02e22036" providerId="LiveId" clId="{08FE525B-7842-4041-9261-C5212DB71C98}" dt="2020-05-16T23:58:51.579" v="2454" actId="26606"/>
          <ac:spMkLst>
            <pc:docMk/>
            <pc:sldMk cId="3395604400" sldId="277"/>
            <ac:spMk id="16" creationId="{9D800584-727A-48CF-8223-244AD9717CAA}"/>
          </ac:spMkLst>
        </pc:spChg>
        <pc:spChg chg="add del">
          <ac:chgData name="Yavar Khan" userId="adf09dfa02e22036" providerId="LiveId" clId="{08FE525B-7842-4041-9261-C5212DB71C98}" dt="2020-05-16T23:59:17.563" v="2456" actId="26606"/>
          <ac:spMkLst>
            <pc:docMk/>
            <pc:sldMk cId="3395604400" sldId="277"/>
            <ac:spMk id="43" creationId="{B5416EBC-B41E-4F8A-BE9F-07301B682CBD}"/>
          </ac:spMkLst>
        </pc:spChg>
        <pc:spChg chg="add del">
          <ac:chgData name="Yavar Khan" userId="adf09dfa02e22036" providerId="LiveId" clId="{08FE525B-7842-4041-9261-C5212DB71C98}" dt="2020-05-16T23:59:17.563" v="2456" actId="26606"/>
          <ac:spMkLst>
            <pc:docMk/>
            <pc:sldMk cId="3395604400" sldId="277"/>
            <ac:spMk id="45" creationId="{AFF79527-C7F1-4E06-8126-A8E8C5FEBFCA}"/>
          </ac:spMkLst>
        </pc:spChg>
        <pc:spChg chg="add del">
          <ac:chgData name="Yavar Khan" userId="adf09dfa02e22036" providerId="LiveId" clId="{08FE525B-7842-4041-9261-C5212DB71C98}" dt="2020-05-16T23:59:17.563" v="2456" actId="26606"/>
          <ac:spMkLst>
            <pc:docMk/>
            <pc:sldMk cId="3395604400" sldId="277"/>
            <ac:spMk id="47" creationId="{55986208-8A53-4E92-9197-6B57BCCB2F37}"/>
          </ac:spMkLst>
        </pc:spChg>
        <pc:spChg chg="add del">
          <ac:chgData name="Yavar Khan" userId="adf09dfa02e22036" providerId="LiveId" clId="{08FE525B-7842-4041-9261-C5212DB71C98}" dt="2020-05-17T00:01:36.730" v="2460" actId="26606"/>
          <ac:spMkLst>
            <pc:docMk/>
            <pc:sldMk cId="3395604400" sldId="277"/>
            <ac:spMk id="59" creationId="{E3E51905-F374-4E1A-97CF-B741584B74D5}"/>
          </ac:spMkLst>
        </pc:spChg>
        <pc:grpChg chg="add del">
          <ac:chgData name="Yavar Khan" userId="adf09dfa02e22036" providerId="LiveId" clId="{08FE525B-7842-4041-9261-C5212DB71C98}" dt="2020-05-17T00:01:36.730" v="2460" actId="26606"/>
          <ac:grpSpMkLst>
            <pc:docMk/>
            <pc:sldMk cId="3395604400" sldId="277"/>
            <ac:grpSpMk id="11" creationId="{11999B20-6058-4C55-882E-A1FB050B69DD}"/>
          </ac:grpSpMkLst>
        </pc:grpChg>
        <pc:grpChg chg="add del">
          <ac:chgData name="Yavar Khan" userId="adf09dfa02e22036" providerId="LiveId" clId="{08FE525B-7842-4041-9261-C5212DB71C98}" dt="2020-05-16T23:58:51.579" v="2454" actId="26606"/>
          <ac:grpSpMkLst>
            <pc:docMk/>
            <pc:sldMk cId="3395604400" sldId="277"/>
            <ac:grpSpMk id="18" creationId="{0F06CE9D-DF08-4313-8DD2-D81E1D59F323}"/>
          </ac:grpSpMkLst>
        </pc:grpChg>
        <pc:graphicFrameChg chg="add mod modGraphic">
          <ac:chgData name="Yavar Khan" userId="adf09dfa02e22036" providerId="LiveId" clId="{08FE525B-7842-4041-9261-C5212DB71C98}" dt="2020-05-17T00:01:36.730" v="2460" actId="26606"/>
          <ac:graphicFrameMkLst>
            <pc:docMk/>
            <pc:sldMk cId="3395604400" sldId="277"/>
            <ac:graphicFrameMk id="5" creationId="{664F0AE4-9EE3-4563-90A3-F470C0FDA067}"/>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6E5880-0DB3-4A81-BF2A-620F7D303B05}" type="doc">
      <dgm:prSet loTypeId="urn:microsoft.com/office/officeart/2016/7/layout/RepeatingBendingProcessNew" loCatId="process" qsTypeId="urn:microsoft.com/office/officeart/2005/8/quickstyle/simple1" qsCatId="simple" csTypeId="urn:microsoft.com/office/officeart/2005/8/colors/colorful2" csCatId="colorful"/>
      <dgm:spPr/>
      <dgm:t>
        <a:bodyPr/>
        <a:lstStyle/>
        <a:p>
          <a:endParaRPr lang="en-US"/>
        </a:p>
      </dgm:t>
    </dgm:pt>
    <dgm:pt modelId="{BF7E71D6-04F3-4E5E-BBB1-051AB5E783AF}">
      <dgm:prSet/>
      <dgm:spPr/>
      <dgm:t>
        <a:bodyPr/>
        <a:lstStyle/>
        <a:p>
          <a:r>
            <a:rPr lang="en-IN"/>
            <a:t>MAKING ALL THE NECESSARY IMPORTS</a:t>
          </a:r>
          <a:endParaRPr lang="en-US"/>
        </a:p>
      </dgm:t>
    </dgm:pt>
    <dgm:pt modelId="{B8E17A63-25F9-4242-B155-069FE803DA06}" type="parTrans" cxnId="{43AA8798-ED19-45AB-8C30-3E8F29EA835A}">
      <dgm:prSet/>
      <dgm:spPr/>
      <dgm:t>
        <a:bodyPr/>
        <a:lstStyle/>
        <a:p>
          <a:endParaRPr lang="en-US"/>
        </a:p>
      </dgm:t>
    </dgm:pt>
    <dgm:pt modelId="{C1F7CE78-3E7A-44AD-B13E-7A0720D52E5E}" type="sibTrans" cxnId="{43AA8798-ED19-45AB-8C30-3E8F29EA835A}">
      <dgm:prSet/>
      <dgm:spPr/>
      <dgm:t>
        <a:bodyPr/>
        <a:lstStyle/>
        <a:p>
          <a:endParaRPr lang="en-US"/>
        </a:p>
      </dgm:t>
    </dgm:pt>
    <dgm:pt modelId="{2CB6DD18-BB4C-4BC3-9A28-A98B0ECF6A9C}">
      <dgm:prSet/>
      <dgm:spPr/>
      <dgm:t>
        <a:bodyPr/>
        <a:lstStyle/>
        <a:p>
          <a:r>
            <a:rPr lang="en-IN"/>
            <a:t>DATAFRAME GENERATION</a:t>
          </a:r>
          <a:endParaRPr lang="en-US"/>
        </a:p>
      </dgm:t>
    </dgm:pt>
    <dgm:pt modelId="{54EEB89E-1C93-4377-8DF1-C75E03FAE264}" type="parTrans" cxnId="{6CF7A119-AA2B-4211-B149-FF2A0906595A}">
      <dgm:prSet/>
      <dgm:spPr/>
      <dgm:t>
        <a:bodyPr/>
        <a:lstStyle/>
        <a:p>
          <a:endParaRPr lang="en-US"/>
        </a:p>
      </dgm:t>
    </dgm:pt>
    <dgm:pt modelId="{6C69CDBA-FE64-4AD4-8849-04EA04FE6234}" type="sibTrans" cxnId="{6CF7A119-AA2B-4211-B149-FF2A0906595A}">
      <dgm:prSet/>
      <dgm:spPr/>
      <dgm:t>
        <a:bodyPr/>
        <a:lstStyle/>
        <a:p>
          <a:endParaRPr lang="en-US"/>
        </a:p>
      </dgm:t>
    </dgm:pt>
    <dgm:pt modelId="{B85AD3A7-F07B-4D69-ABD0-3DEF4B4CB49C}">
      <dgm:prSet/>
      <dgm:spPr/>
      <dgm:t>
        <a:bodyPr/>
        <a:lstStyle/>
        <a:p>
          <a:r>
            <a:rPr lang="en-IN"/>
            <a:t>TRIMMING THE SILENCE VOICES</a:t>
          </a:r>
          <a:endParaRPr lang="en-US"/>
        </a:p>
      </dgm:t>
    </dgm:pt>
    <dgm:pt modelId="{AB527E1F-51BE-4CF6-B97C-5D839C2ED054}" type="parTrans" cxnId="{14946459-6F5A-4A9F-865B-F0734D0696E3}">
      <dgm:prSet/>
      <dgm:spPr/>
      <dgm:t>
        <a:bodyPr/>
        <a:lstStyle/>
        <a:p>
          <a:endParaRPr lang="en-US"/>
        </a:p>
      </dgm:t>
    </dgm:pt>
    <dgm:pt modelId="{8AD35ED8-B3AA-41C4-AE59-66D8B5B82B77}" type="sibTrans" cxnId="{14946459-6F5A-4A9F-865B-F0734D0696E3}">
      <dgm:prSet/>
      <dgm:spPr/>
      <dgm:t>
        <a:bodyPr/>
        <a:lstStyle/>
        <a:p>
          <a:endParaRPr lang="en-US"/>
        </a:p>
      </dgm:t>
    </dgm:pt>
    <dgm:pt modelId="{AD6C733A-62DA-4CEB-91F0-B5C3E6988EAC}">
      <dgm:prSet/>
      <dgm:spPr/>
      <dgm:t>
        <a:bodyPr/>
        <a:lstStyle/>
        <a:p>
          <a:r>
            <a:rPr lang="en-IN"/>
            <a:t>PLOTTING WAVEFORM AND SPECTOGRAM</a:t>
          </a:r>
          <a:endParaRPr lang="en-US"/>
        </a:p>
      </dgm:t>
    </dgm:pt>
    <dgm:pt modelId="{3A53DF33-BC6A-4548-B58F-C343A6636FD3}" type="parTrans" cxnId="{C7127950-22F1-40E5-86B8-9B83D170003D}">
      <dgm:prSet/>
      <dgm:spPr/>
      <dgm:t>
        <a:bodyPr/>
        <a:lstStyle/>
        <a:p>
          <a:endParaRPr lang="en-US"/>
        </a:p>
      </dgm:t>
    </dgm:pt>
    <dgm:pt modelId="{AE9C5C25-D8D4-4687-9724-286EDDC98B7F}" type="sibTrans" cxnId="{C7127950-22F1-40E5-86B8-9B83D170003D}">
      <dgm:prSet/>
      <dgm:spPr/>
      <dgm:t>
        <a:bodyPr/>
        <a:lstStyle/>
        <a:p>
          <a:endParaRPr lang="en-US"/>
        </a:p>
      </dgm:t>
    </dgm:pt>
    <dgm:pt modelId="{83BDAA7C-C4F4-41F3-8104-B5C06492C4B2}">
      <dgm:prSet/>
      <dgm:spPr/>
      <dgm:t>
        <a:bodyPr/>
        <a:lstStyle/>
        <a:p>
          <a:r>
            <a:rPr lang="en-IN"/>
            <a:t>SELECTING THE TYPE OF LABEL SET</a:t>
          </a:r>
          <a:endParaRPr lang="en-US"/>
        </a:p>
      </dgm:t>
    </dgm:pt>
    <dgm:pt modelId="{0DEF1DD3-CA8F-4342-8227-B9CF653346D9}" type="parTrans" cxnId="{33A533C1-1450-4F00-BFA8-D1E022431F8B}">
      <dgm:prSet/>
      <dgm:spPr/>
      <dgm:t>
        <a:bodyPr/>
        <a:lstStyle/>
        <a:p>
          <a:endParaRPr lang="en-US"/>
        </a:p>
      </dgm:t>
    </dgm:pt>
    <dgm:pt modelId="{6A1ADF4F-A702-45B8-9803-CF16DFDE21F5}" type="sibTrans" cxnId="{33A533C1-1450-4F00-BFA8-D1E022431F8B}">
      <dgm:prSet/>
      <dgm:spPr/>
      <dgm:t>
        <a:bodyPr/>
        <a:lstStyle/>
        <a:p>
          <a:endParaRPr lang="en-US"/>
        </a:p>
      </dgm:t>
    </dgm:pt>
    <dgm:pt modelId="{31E6FB22-A55D-4343-83A7-E4C668EDAE6A}">
      <dgm:prSet/>
      <dgm:spPr/>
      <dgm:t>
        <a:bodyPr/>
        <a:lstStyle/>
        <a:p>
          <a:r>
            <a:rPr lang="en-IN"/>
            <a:t>EXTRACTING FEATURES (ASSIGNING LABELS TO THE DATASET) </a:t>
          </a:r>
          <a:endParaRPr lang="en-US"/>
        </a:p>
      </dgm:t>
    </dgm:pt>
    <dgm:pt modelId="{89EB1751-D5C0-4ED0-A45B-C619A1339A93}" type="parTrans" cxnId="{450AFAF8-28FE-451A-A9CF-9E7CB5CA1A93}">
      <dgm:prSet/>
      <dgm:spPr/>
      <dgm:t>
        <a:bodyPr/>
        <a:lstStyle/>
        <a:p>
          <a:endParaRPr lang="en-US"/>
        </a:p>
      </dgm:t>
    </dgm:pt>
    <dgm:pt modelId="{4CF3DBA2-CFAF-48EC-94A7-B20C8B70346C}" type="sibTrans" cxnId="{450AFAF8-28FE-451A-A9CF-9E7CB5CA1A93}">
      <dgm:prSet/>
      <dgm:spPr/>
      <dgm:t>
        <a:bodyPr/>
        <a:lstStyle/>
        <a:p>
          <a:endParaRPr lang="en-US"/>
        </a:p>
      </dgm:t>
    </dgm:pt>
    <dgm:pt modelId="{ED7EF2EA-8163-4797-AB1B-8803EC7393C3}">
      <dgm:prSet/>
      <dgm:spPr/>
      <dgm:t>
        <a:bodyPr/>
        <a:lstStyle/>
        <a:p>
          <a:r>
            <a:rPr lang="en-IN"/>
            <a:t>USING AUGMENTATION METHODS</a:t>
          </a:r>
          <a:endParaRPr lang="en-US"/>
        </a:p>
      </dgm:t>
    </dgm:pt>
    <dgm:pt modelId="{78CE6D3F-72E4-4C53-8697-F7D859CC1FE9}" type="parTrans" cxnId="{7582F8EF-558F-4B52-8211-3C193F86E6CD}">
      <dgm:prSet/>
      <dgm:spPr/>
      <dgm:t>
        <a:bodyPr/>
        <a:lstStyle/>
        <a:p>
          <a:endParaRPr lang="en-US"/>
        </a:p>
      </dgm:t>
    </dgm:pt>
    <dgm:pt modelId="{7BD1CB59-A16A-42C1-8230-70848502727A}" type="sibTrans" cxnId="{7582F8EF-558F-4B52-8211-3C193F86E6CD}">
      <dgm:prSet/>
      <dgm:spPr/>
      <dgm:t>
        <a:bodyPr/>
        <a:lstStyle/>
        <a:p>
          <a:endParaRPr lang="en-US"/>
        </a:p>
      </dgm:t>
    </dgm:pt>
    <dgm:pt modelId="{775D0B36-650C-4CD6-8256-92CF4CB4D9C9}">
      <dgm:prSet/>
      <dgm:spPr/>
      <dgm:t>
        <a:bodyPr/>
        <a:lstStyle/>
        <a:p>
          <a:r>
            <a:rPr lang="en-IN" dirty="0"/>
            <a:t>STRATIFIED SHUFFLE SPLIT (SPLITTING DATASET INTO TESTING AND TRAINING DATA)</a:t>
          </a:r>
          <a:endParaRPr lang="en-US" dirty="0"/>
        </a:p>
      </dgm:t>
    </dgm:pt>
    <dgm:pt modelId="{DC41C6FB-E3EC-4E38-AF45-FCD1E4036F93}" type="parTrans" cxnId="{64716A98-2BCF-4E8A-9607-77C81A40CC08}">
      <dgm:prSet/>
      <dgm:spPr/>
      <dgm:t>
        <a:bodyPr/>
        <a:lstStyle/>
        <a:p>
          <a:endParaRPr lang="en-US"/>
        </a:p>
      </dgm:t>
    </dgm:pt>
    <dgm:pt modelId="{44834FDD-CA1D-4835-9BA1-43C72816CF30}" type="sibTrans" cxnId="{64716A98-2BCF-4E8A-9607-77C81A40CC08}">
      <dgm:prSet/>
      <dgm:spPr/>
      <dgm:t>
        <a:bodyPr/>
        <a:lstStyle/>
        <a:p>
          <a:endParaRPr lang="en-US"/>
        </a:p>
      </dgm:t>
    </dgm:pt>
    <dgm:pt modelId="{31FE7D93-09E4-45B9-B326-8E30922A22A9}">
      <dgm:prSet/>
      <dgm:spPr/>
      <dgm:t>
        <a:bodyPr/>
        <a:lstStyle/>
        <a:p>
          <a:r>
            <a:rPr lang="en-IN"/>
            <a:t>MODEL GENERATION AND TRAINING</a:t>
          </a:r>
          <a:endParaRPr lang="en-US"/>
        </a:p>
      </dgm:t>
    </dgm:pt>
    <dgm:pt modelId="{6DA8EFE5-39C7-41E0-A48D-5FF928147C6D}" type="parTrans" cxnId="{90040FE3-F8BF-4C7F-AA27-10AEB7B87EAD}">
      <dgm:prSet/>
      <dgm:spPr/>
      <dgm:t>
        <a:bodyPr/>
        <a:lstStyle/>
        <a:p>
          <a:endParaRPr lang="en-US"/>
        </a:p>
      </dgm:t>
    </dgm:pt>
    <dgm:pt modelId="{518F12D0-6B69-47A8-BA6E-FAC0A3BF203C}" type="sibTrans" cxnId="{90040FE3-F8BF-4C7F-AA27-10AEB7B87EAD}">
      <dgm:prSet/>
      <dgm:spPr/>
      <dgm:t>
        <a:bodyPr/>
        <a:lstStyle/>
        <a:p>
          <a:endParaRPr lang="en-US"/>
        </a:p>
      </dgm:t>
    </dgm:pt>
    <dgm:pt modelId="{1B4AA81D-B2AE-47F9-BE1B-7B83DF422D32}">
      <dgm:prSet/>
      <dgm:spPr/>
      <dgm:t>
        <a:bodyPr/>
        <a:lstStyle/>
        <a:p>
          <a:r>
            <a:rPr lang="en-IN"/>
            <a:t>CALLING THE PREDICTION FUNCTION FROM FLASK WEBPAGE</a:t>
          </a:r>
          <a:endParaRPr lang="en-US"/>
        </a:p>
      </dgm:t>
    </dgm:pt>
    <dgm:pt modelId="{980E6411-BFD0-4E56-A47E-1EBE586375FB}" type="parTrans" cxnId="{301EC993-E72E-4066-8B9E-B1F6C32136C4}">
      <dgm:prSet/>
      <dgm:spPr/>
      <dgm:t>
        <a:bodyPr/>
        <a:lstStyle/>
        <a:p>
          <a:endParaRPr lang="en-US"/>
        </a:p>
      </dgm:t>
    </dgm:pt>
    <dgm:pt modelId="{5E69675C-6385-4BD9-B0A5-0E04F2EBB569}" type="sibTrans" cxnId="{301EC993-E72E-4066-8B9E-B1F6C32136C4}">
      <dgm:prSet/>
      <dgm:spPr/>
      <dgm:t>
        <a:bodyPr/>
        <a:lstStyle/>
        <a:p>
          <a:endParaRPr lang="en-US"/>
        </a:p>
      </dgm:t>
    </dgm:pt>
    <dgm:pt modelId="{5332AB80-7E56-44CA-AE6C-3DA9C881D31C}" type="pres">
      <dgm:prSet presAssocID="{B76E5880-0DB3-4A81-BF2A-620F7D303B05}" presName="Name0" presStyleCnt="0">
        <dgm:presLayoutVars>
          <dgm:dir/>
          <dgm:resizeHandles val="exact"/>
        </dgm:presLayoutVars>
      </dgm:prSet>
      <dgm:spPr/>
    </dgm:pt>
    <dgm:pt modelId="{6C307C19-A8DB-429C-A430-31F1A8CBF97C}" type="pres">
      <dgm:prSet presAssocID="{BF7E71D6-04F3-4E5E-BBB1-051AB5E783AF}" presName="node" presStyleLbl="node1" presStyleIdx="0" presStyleCnt="10">
        <dgm:presLayoutVars>
          <dgm:bulletEnabled val="1"/>
        </dgm:presLayoutVars>
      </dgm:prSet>
      <dgm:spPr/>
    </dgm:pt>
    <dgm:pt modelId="{5C728885-D49E-4F3A-A835-0778ED05F102}" type="pres">
      <dgm:prSet presAssocID="{C1F7CE78-3E7A-44AD-B13E-7A0720D52E5E}" presName="sibTrans" presStyleLbl="sibTrans1D1" presStyleIdx="0" presStyleCnt="9"/>
      <dgm:spPr/>
    </dgm:pt>
    <dgm:pt modelId="{7FC8C81B-4521-4284-825D-BEA9DA43C8E3}" type="pres">
      <dgm:prSet presAssocID="{C1F7CE78-3E7A-44AD-B13E-7A0720D52E5E}" presName="connectorText" presStyleLbl="sibTrans1D1" presStyleIdx="0" presStyleCnt="9"/>
      <dgm:spPr/>
    </dgm:pt>
    <dgm:pt modelId="{4848ADDD-1903-44A0-897B-6F7F2D81D3CB}" type="pres">
      <dgm:prSet presAssocID="{2CB6DD18-BB4C-4BC3-9A28-A98B0ECF6A9C}" presName="node" presStyleLbl="node1" presStyleIdx="1" presStyleCnt="10">
        <dgm:presLayoutVars>
          <dgm:bulletEnabled val="1"/>
        </dgm:presLayoutVars>
      </dgm:prSet>
      <dgm:spPr/>
    </dgm:pt>
    <dgm:pt modelId="{97E0EE48-B30C-4461-B29A-D89F0026A3E7}" type="pres">
      <dgm:prSet presAssocID="{6C69CDBA-FE64-4AD4-8849-04EA04FE6234}" presName="sibTrans" presStyleLbl="sibTrans1D1" presStyleIdx="1" presStyleCnt="9"/>
      <dgm:spPr/>
    </dgm:pt>
    <dgm:pt modelId="{138BFED2-4003-4339-96BD-0F89A8615D79}" type="pres">
      <dgm:prSet presAssocID="{6C69CDBA-FE64-4AD4-8849-04EA04FE6234}" presName="connectorText" presStyleLbl="sibTrans1D1" presStyleIdx="1" presStyleCnt="9"/>
      <dgm:spPr/>
    </dgm:pt>
    <dgm:pt modelId="{7EC47267-68F0-4398-A933-40DB822D821B}" type="pres">
      <dgm:prSet presAssocID="{B85AD3A7-F07B-4D69-ABD0-3DEF4B4CB49C}" presName="node" presStyleLbl="node1" presStyleIdx="2" presStyleCnt="10">
        <dgm:presLayoutVars>
          <dgm:bulletEnabled val="1"/>
        </dgm:presLayoutVars>
      </dgm:prSet>
      <dgm:spPr/>
    </dgm:pt>
    <dgm:pt modelId="{3BAE9F73-658C-4A9B-B756-93C486765147}" type="pres">
      <dgm:prSet presAssocID="{8AD35ED8-B3AA-41C4-AE59-66D8B5B82B77}" presName="sibTrans" presStyleLbl="sibTrans1D1" presStyleIdx="2" presStyleCnt="9"/>
      <dgm:spPr/>
    </dgm:pt>
    <dgm:pt modelId="{DF81B735-498B-4568-8E03-350841D2F05E}" type="pres">
      <dgm:prSet presAssocID="{8AD35ED8-B3AA-41C4-AE59-66D8B5B82B77}" presName="connectorText" presStyleLbl="sibTrans1D1" presStyleIdx="2" presStyleCnt="9"/>
      <dgm:spPr/>
    </dgm:pt>
    <dgm:pt modelId="{DF69B7DD-25F1-41E7-8B45-E7B47A53ACB1}" type="pres">
      <dgm:prSet presAssocID="{AD6C733A-62DA-4CEB-91F0-B5C3E6988EAC}" presName="node" presStyleLbl="node1" presStyleIdx="3" presStyleCnt="10">
        <dgm:presLayoutVars>
          <dgm:bulletEnabled val="1"/>
        </dgm:presLayoutVars>
      </dgm:prSet>
      <dgm:spPr/>
    </dgm:pt>
    <dgm:pt modelId="{B3B8253F-16EF-4FAF-810C-219E22F2142A}" type="pres">
      <dgm:prSet presAssocID="{AE9C5C25-D8D4-4687-9724-286EDDC98B7F}" presName="sibTrans" presStyleLbl="sibTrans1D1" presStyleIdx="3" presStyleCnt="9"/>
      <dgm:spPr/>
    </dgm:pt>
    <dgm:pt modelId="{38F7A847-363D-4D8F-B520-B34B0DFDB5C8}" type="pres">
      <dgm:prSet presAssocID="{AE9C5C25-D8D4-4687-9724-286EDDC98B7F}" presName="connectorText" presStyleLbl="sibTrans1D1" presStyleIdx="3" presStyleCnt="9"/>
      <dgm:spPr/>
    </dgm:pt>
    <dgm:pt modelId="{BFE5CCF9-2609-46C5-B244-EF2A0B1C1B2D}" type="pres">
      <dgm:prSet presAssocID="{83BDAA7C-C4F4-41F3-8104-B5C06492C4B2}" presName="node" presStyleLbl="node1" presStyleIdx="4" presStyleCnt="10">
        <dgm:presLayoutVars>
          <dgm:bulletEnabled val="1"/>
        </dgm:presLayoutVars>
      </dgm:prSet>
      <dgm:spPr/>
    </dgm:pt>
    <dgm:pt modelId="{12190B0E-E638-4F29-AE2E-F8CCA52AA343}" type="pres">
      <dgm:prSet presAssocID="{6A1ADF4F-A702-45B8-9803-CF16DFDE21F5}" presName="sibTrans" presStyleLbl="sibTrans1D1" presStyleIdx="4" presStyleCnt="9"/>
      <dgm:spPr/>
    </dgm:pt>
    <dgm:pt modelId="{15B6A7CC-CCDC-4309-B3D0-77AC03377C94}" type="pres">
      <dgm:prSet presAssocID="{6A1ADF4F-A702-45B8-9803-CF16DFDE21F5}" presName="connectorText" presStyleLbl="sibTrans1D1" presStyleIdx="4" presStyleCnt="9"/>
      <dgm:spPr/>
    </dgm:pt>
    <dgm:pt modelId="{0FAAB0D3-6FBE-4919-9031-45785C50A25B}" type="pres">
      <dgm:prSet presAssocID="{31E6FB22-A55D-4343-83A7-E4C668EDAE6A}" presName="node" presStyleLbl="node1" presStyleIdx="5" presStyleCnt="10">
        <dgm:presLayoutVars>
          <dgm:bulletEnabled val="1"/>
        </dgm:presLayoutVars>
      </dgm:prSet>
      <dgm:spPr/>
    </dgm:pt>
    <dgm:pt modelId="{1F07E9C9-EA36-4651-A4C4-3D3FA7DEBAC5}" type="pres">
      <dgm:prSet presAssocID="{4CF3DBA2-CFAF-48EC-94A7-B20C8B70346C}" presName="sibTrans" presStyleLbl="sibTrans1D1" presStyleIdx="5" presStyleCnt="9"/>
      <dgm:spPr/>
    </dgm:pt>
    <dgm:pt modelId="{A37B3D06-4DC9-4717-A2FD-B2974CF2F23F}" type="pres">
      <dgm:prSet presAssocID="{4CF3DBA2-CFAF-48EC-94A7-B20C8B70346C}" presName="connectorText" presStyleLbl="sibTrans1D1" presStyleIdx="5" presStyleCnt="9"/>
      <dgm:spPr/>
    </dgm:pt>
    <dgm:pt modelId="{0759099A-1DC7-41A7-B0A2-BDD53928642D}" type="pres">
      <dgm:prSet presAssocID="{ED7EF2EA-8163-4797-AB1B-8803EC7393C3}" presName="node" presStyleLbl="node1" presStyleIdx="6" presStyleCnt="10">
        <dgm:presLayoutVars>
          <dgm:bulletEnabled val="1"/>
        </dgm:presLayoutVars>
      </dgm:prSet>
      <dgm:spPr/>
    </dgm:pt>
    <dgm:pt modelId="{3B96B253-9EBF-4321-9B17-9BDB03E45FC6}" type="pres">
      <dgm:prSet presAssocID="{7BD1CB59-A16A-42C1-8230-70848502727A}" presName="sibTrans" presStyleLbl="sibTrans1D1" presStyleIdx="6" presStyleCnt="9"/>
      <dgm:spPr/>
    </dgm:pt>
    <dgm:pt modelId="{5F2297FB-E305-4CAB-9A46-B8C263F9AFDE}" type="pres">
      <dgm:prSet presAssocID="{7BD1CB59-A16A-42C1-8230-70848502727A}" presName="connectorText" presStyleLbl="sibTrans1D1" presStyleIdx="6" presStyleCnt="9"/>
      <dgm:spPr/>
    </dgm:pt>
    <dgm:pt modelId="{39991E69-35AA-4C78-9A36-21AB53752E2E}" type="pres">
      <dgm:prSet presAssocID="{775D0B36-650C-4CD6-8256-92CF4CB4D9C9}" presName="node" presStyleLbl="node1" presStyleIdx="7" presStyleCnt="10">
        <dgm:presLayoutVars>
          <dgm:bulletEnabled val="1"/>
        </dgm:presLayoutVars>
      </dgm:prSet>
      <dgm:spPr/>
    </dgm:pt>
    <dgm:pt modelId="{099E2782-2C86-45C0-BFBC-2629366A830B}" type="pres">
      <dgm:prSet presAssocID="{44834FDD-CA1D-4835-9BA1-43C72816CF30}" presName="sibTrans" presStyleLbl="sibTrans1D1" presStyleIdx="7" presStyleCnt="9"/>
      <dgm:spPr/>
    </dgm:pt>
    <dgm:pt modelId="{7E54D864-86BA-4FC6-86E0-1C38D908F837}" type="pres">
      <dgm:prSet presAssocID="{44834FDD-CA1D-4835-9BA1-43C72816CF30}" presName="connectorText" presStyleLbl="sibTrans1D1" presStyleIdx="7" presStyleCnt="9"/>
      <dgm:spPr/>
    </dgm:pt>
    <dgm:pt modelId="{AE06F9AE-5DE6-43C6-A40E-E8E39BBFD132}" type="pres">
      <dgm:prSet presAssocID="{31FE7D93-09E4-45B9-B326-8E30922A22A9}" presName="node" presStyleLbl="node1" presStyleIdx="8" presStyleCnt="10">
        <dgm:presLayoutVars>
          <dgm:bulletEnabled val="1"/>
        </dgm:presLayoutVars>
      </dgm:prSet>
      <dgm:spPr/>
    </dgm:pt>
    <dgm:pt modelId="{7CD3C92E-E1CE-4AA1-97F6-90B3F2C0F328}" type="pres">
      <dgm:prSet presAssocID="{518F12D0-6B69-47A8-BA6E-FAC0A3BF203C}" presName="sibTrans" presStyleLbl="sibTrans1D1" presStyleIdx="8" presStyleCnt="9"/>
      <dgm:spPr/>
    </dgm:pt>
    <dgm:pt modelId="{DC96C4FA-DAC4-46E9-9558-8A69A5FA6540}" type="pres">
      <dgm:prSet presAssocID="{518F12D0-6B69-47A8-BA6E-FAC0A3BF203C}" presName="connectorText" presStyleLbl="sibTrans1D1" presStyleIdx="8" presStyleCnt="9"/>
      <dgm:spPr/>
    </dgm:pt>
    <dgm:pt modelId="{ACAA4715-3F6D-42BD-AED2-8D7239193870}" type="pres">
      <dgm:prSet presAssocID="{1B4AA81D-B2AE-47F9-BE1B-7B83DF422D32}" presName="node" presStyleLbl="node1" presStyleIdx="9" presStyleCnt="10">
        <dgm:presLayoutVars>
          <dgm:bulletEnabled val="1"/>
        </dgm:presLayoutVars>
      </dgm:prSet>
      <dgm:spPr/>
    </dgm:pt>
  </dgm:ptLst>
  <dgm:cxnLst>
    <dgm:cxn modelId="{2A31040A-E5D5-4917-A811-5FBB34A99E3A}" type="presOf" srcId="{ED7EF2EA-8163-4797-AB1B-8803EC7393C3}" destId="{0759099A-1DC7-41A7-B0A2-BDD53928642D}" srcOrd="0" destOrd="0" presId="urn:microsoft.com/office/officeart/2016/7/layout/RepeatingBendingProcessNew"/>
    <dgm:cxn modelId="{3CAE8A15-0496-4262-9D09-A60F2D1FCC08}" type="presOf" srcId="{44834FDD-CA1D-4835-9BA1-43C72816CF30}" destId="{7E54D864-86BA-4FC6-86E0-1C38D908F837}" srcOrd="1" destOrd="0" presId="urn:microsoft.com/office/officeart/2016/7/layout/RepeatingBendingProcessNew"/>
    <dgm:cxn modelId="{6CF7A119-AA2B-4211-B149-FF2A0906595A}" srcId="{B76E5880-0DB3-4A81-BF2A-620F7D303B05}" destId="{2CB6DD18-BB4C-4BC3-9A28-A98B0ECF6A9C}" srcOrd="1" destOrd="0" parTransId="{54EEB89E-1C93-4377-8DF1-C75E03FAE264}" sibTransId="{6C69CDBA-FE64-4AD4-8849-04EA04FE6234}"/>
    <dgm:cxn modelId="{DA5A301A-57BB-4147-B898-8791F6546A4B}" type="presOf" srcId="{31E6FB22-A55D-4343-83A7-E4C668EDAE6A}" destId="{0FAAB0D3-6FBE-4919-9031-45785C50A25B}" srcOrd="0" destOrd="0" presId="urn:microsoft.com/office/officeart/2016/7/layout/RepeatingBendingProcessNew"/>
    <dgm:cxn modelId="{D0351925-00E8-4186-AC67-C4C3FA1FF6DA}" type="presOf" srcId="{6C69CDBA-FE64-4AD4-8849-04EA04FE6234}" destId="{97E0EE48-B30C-4461-B29A-D89F0026A3E7}" srcOrd="0" destOrd="0" presId="urn:microsoft.com/office/officeart/2016/7/layout/RepeatingBendingProcessNew"/>
    <dgm:cxn modelId="{E01F382D-6F9F-483A-BC5A-AA78DAF1608F}" type="presOf" srcId="{518F12D0-6B69-47A8-BA6E-FAC0A3BF203C}" destId="{DC96C4FA-DAC4-46E9-9558-8A69A5FA6540}" srcOrd="1" destOrd="0" presId="urn:microsoft.com/office/officeart/2016/7/layout/RepeatingBendingProcessNew"/>
    <dgm:cxn modelId="{F94DF239-E937-4314-A063-6E92DACD584C}" type="presOf" srcId="{C1F7CE78-3E7A-44AD-B13E-7A0720D52E5E}" destId="{7FC8C81B-4521-4284-825D-BEA9DA43C8E3}" srcOrd="1" destOrd="0" presId="urn:microsoft.com/office/officeart/2016/7/layout/RepeatingBendingProcessNew"/>
    <dgm:cxn modelId="{DFC4B042-6D5B-487E-A033-BB08EBC024ED}" type="presOf" srcId="{B85AD3A7-F07B-4D69-ABD0-3DEF4B4CB49C}" destId="{7EC47267-68F0-4398-A933-40DB822D821B}" srcOrd="0" destOrd="0" presId="urn:microsoft.com/office/officeart/2016/7/layout/RepeatingBendingProcessNew"/>
    <dgm:cxn modelId="{C7127950-22F1-40E5-86B8-9B83D170003D}" srcId="{B76E5880-0DB3-4A81-BF2A-620F7D303B05}" destId="{AD6C733A-62DA-4CEB-91F0-B5C3E6988EAC}" srcOrd="3" destOrd="0" parTransId="{3A53DF33-BC6A-4548-B58F-C343A6636FD3}" sibTransId="{AE9C5C25-D8D4-4687-9724-286EDDC98B7F}"/>
    <dgm:cxn modelId="{14946459-6F5A-4A9F-865B-F0734D0696E3}" srcId="{B76E5880-0DB3-4A81-BF2A-620F7D303B05}" destId="{B85AD3A7-F07B-4D69-ABD0-3DEF4B4CB49C}" srcOrd="2" destOrd="0" parTransId="{AB527E1F-51BE-4CF6-B97C-5D839C2ED054}" sibTransId="{8AD35ED8-B3AA-41C4-AE59-66D8B5B82B77}"/>
    <dgm:cxn modelId="{8C6B285B-C055-4774-A8CD-185236E4CEDC}" type="presOf" srcId="{775D0B36-650C-4CD6-8256-92CF4CB4D9C9}" destId="{39991E69-35AA-4C78-9A36-21AB53752E2E}" srcOrd="0" destOrd="0" presId="urn:microsoft.com/office/officeart/2016/7/layout/RepeatingBendingProcessNew"/>
    <dgm:cxn modelId="{D7A76B5C-9FE5-4856-B485-97442D3B36C6}" type="presOf" srcId="{6C69CDBA-FE64-4AD4-8849-04EA04FE6234}" destId="{138BFED2-4003-4339-96BD-0F89A8615D79}" srcOrd="1" destOrd="0" presId="urn:microsoft.com/office/officeart/2016/7/layout/RepeatingBendingProcessNew"/>
    <dgm:cxn modelId="{9FEFFF61-571B-4CF8-97A1-260B47D00AF7}" type="presOf" srcId="{83BDAA7C-C4F4-41F3-8104-B5C06492C4B2}" destId="{BFE5CCF9-2609-46C5-B244-EF2A0B1C1B2D}" srcOrd="0" destOrd="0" presId="urn:microsoft.com/office/officeart/2016/7/layout/RepeatingBendingProcessNew"/>
    <dgm:cxn modelId="{67D8C66A-89D9-4354-9454-7E1F2E40CC1B}" type="presOf" srcId="{AE9C5C25-D8D4-4687-9724-286EDDC98B7F}" destId="{B3B8253F-16EF-4FAF-810C-219E22F2142A}" srcOrd="0" destOrd="0" presId="urn:microsoft.com/office/officeart/2016/7/layout/RepeatingBendingProcessNew"/>
    <dgm:cxn modelId="{6E41DF77-E23D-4541-AB69-0E17117A422C}" type="presOf" srcId="{C1F7CE78-3E7A-44AD-B13E-7A0720D52E5E}" destId="{5C728885-D49E-4F3A-A835-0778ED05F102}" srcOrd="0" destOrd="0" presId="urn:microsoft.com/office/officeart/2016/7/layout/RepeatingBendingProcessNew"/>
    <dgm:cxn modelId="{53DD3F7C-48C9-4009-9638-88472B4CFAC2}" type="presOf" srcId="{7BD1CB59-A16A-42C1-8230-70848502727A}" destId="{3B96B253-9EBF-4321-9B17-9BDB03E45FC6}" srcOrd="0" destOrd="0" presId="urn:microsoft.com/office/officeart/2016/7/layout/RepeatingBendingProcessNew"/>
    <dgm:cxn modelId="{5B17A47D-C602-4E3D-8EAD-1CD0C03C5225}" type="presOf" srcId="{4CF3DBA2-CFAF-48EC-94A7-B20C8B70346C}" destId="{A37B3D06-4DC9-4717-A2FD-B2974CF2F23F}" srcOrd="1" destOrd="0" presId="urn:microsoft.com/office/officeart/2016/7/layout/RepeatingBendingProcessNew"/>
    <dgm:cxn modelId="{F31C178A-B7D6-4811-BFAE-162C3370F4AE}" type="presOf" srcId="{8AD35ED8-B3AA-41C4-AE59-66D8B5B82B77}" destId="{DF81B735-498B-4568-8E03-350841D2F05E}" srcOrd="1" destOrd="0" presId="urn:microsoft.com/office/officeart/2016/7/layout/RepeatingBendingProcessNew"/>
    <dgm:cxn modelId="{301EC993-E72E-4066-8B9E-B1F6C32136C4}" srcId="{B76E5880-0DB3-4A81-BF2A-620F7D303B05}" destId="{1B4AA81D-B2AE-47F9-BE1B-7B83DF422D32}" srcOrd="9" destOrd="0" parTransId="{980E6411-BFD0-4E56-A47E-1EBE586375FB}" sibTransId="{5E69675C-6385-4BD9-B0A5-0E04F2EBB569}"/>
    <dgm:cxn modelId="{64716A98-2BCF-4E8A-9607-77C81A40CC08}" srcId="{B76E5880-0DB3-4A81-BF2A-620F7D303B05}" destId="{775D0B36-650C-4CD6-8256-92CF4CB4D9C9}" srcOrd="7" destOrd="0" parTransId="{DC41C6FB-E3EC-4E38-AF45-FCD1E4036F93}" sibTransId="{44834FDD-CA1D-4835-9BA1-43C72816CF30}"/>
    <dgm:cxn modelId="{43AA8798-ED19-45AB-8C30-3E8F29EA835A}" srcId="{B76E5880-0DB3-4A81-BF2A-620F7D303B05}" destId="{BF7E71D6-04F3-4E5E-BBB1-051AB5E783AF}" srcOrd="0" destOrd="0" parTransId="{B8E17A63-25F9-4242-B155-069FE803DA06}" sibTransId="{C1F7CE78-3E7A-44AD-B13E-7A0720D52E5E}"/>
    <dgm:cxn modelId="{FF043E99-D9E5-4414-9B47-65C5E027B6AF}" type="presOf" srcId="{AE9C5C25-D8D4-4687-9724-286EDDC98B7F}" destId="{38F7A847-363D-4D8F-B520-B34B0DFDB5C8}" srcOrd="1" destOrd="0" presId="urn:microsoft.com/office/officeart/2016/7/layout/RepeatingBendingProcessNew"/>
    <dgm:cxn modelId="{4CA7D99C-583D-4680-8827-C8B72DE9195F}" type="presOf" srcId="{AD6C733A-62DA-4CEB-91F0-B5C3E6988EAC}" destId="{DF69B7DD-25F1-41E7-8B45-E7B47A53ACB1}" srcOrd="0" destOrd="0" presId="urn:microsoft.com/office/officeart/2016/7/layout/RepeatingBendingProcessNew"/>
    <dgm:cxn modelId="{F04E70AB-BAD1-4DEA-90E9-208450D23858}" type="presOf" srcId="{8AD35ED8-B3AA-41C4-AE59-66D8B5B82B77}" destId="{3BAE9F73-658C-4A9B-B756-93C486765147}" srcOrd="0" destOrd="0" presId="urn:microsoft.com/office/officeart/2016/7/layout/RepeatingBendingProcessNew"/>
    <dgm:cxn modelId="{992CF7AF-F32E-40C1-B9D1-ED7CD13C8D64}" type="presOf" srcId="{44834FDD-CA1D-4835-9BA1-43C72816CF30}" destId="{099E2782-2C86-45C0-BFBC-2629366A830B}" srcOrd="0" destOrd="0" presId="urn:microsoft.com/office/officeart/2016/7/layout/RepeatingBendingProcessNew"/>
    <dgm:cxn modelId="{33A533C1-1450-4F00-BFA8-D1E022431F8B}" srcId="{B76E5880-0DB3-4A81-BF2A-620F7D303B05}" destId="{83BDAA7C-C4F4-41F3-8104-B5C06492C4B2}" srcOrd="4" destOrd="0" parTransId="{0DEF1DD3-CA8F-4342-8227-B9CF653346D9}" sibTransId="{6A1ADF4F-A702-45B8-9803-CF16DFDE21F5}"/>
    <dgm:cxn modelId="{5EFC5DC5-2CD6-4510-ABF6-6CB5BEA74DDA}" type="presOf" srcId="{2CB6DD18-BB4C-4BC3-9A28-A98B0ECF6A9C}" destId="{4848ADDD-1903-44A0-897B-6F7F2D81D3CB}" srcOrd="0" destOrd="0" presId="urn:microsoft.com/office/officeart/2016/7/layout/RepeatingBendingProcessNew"/>
    <dgm:cxn modelId="{052B12C7-7C23-4EAB-AFA2-5A717C5976FD}" type="presOf" srcId="{6A1ADF4F-A702-45B8-9803-CF16DFDE21F5}" destId="{12190B0E-E638-4F29-AE2E-F8CCA52AA343}" srcOrd="0" destOrd="0" presId="urn:microsoft.com/office/officeart/2016/7/layout/RepeatingBendingProcessNew"/>
    <dgm:cxn modelId="{D03C58CA-A357-4E38-9BC3-73684E299153}" type="presOf" srcId="{4CF3DBA2-CFAF-48EC-94A7-B20C8B70346C}" destId="{1F07E9C9-EA36-4651-A4C4-3D3FA7DEBAC5}" srcOrd="0" destOrd="0" presId="urn:microsoft.com/office/officeart/2016/7/layout/RepeatingBendingProcessNew"/>
    <dgm:cxn modelId="{4A8810CC-1FA4-47E0-AE2B-C14300A9D4E9}" type="presOf" srcId="{BF7E71D6-04F3-4E5E-BBB1-051AB5E783AF}" destId="{6C307C19-A8DB-429C-A430-31F1A8CBF97C}" srcOrd="0" destOrd="0" presId="urn:microsoft.com/office/officeart/2016/7/layout/RepeatingBendingProcessNew"/>
    <dgm:cxn modelId="{731634CC-E316-459F-8119-5E52A1F316FF}" type="presOf" srcId="{1B4AA81D-B2AE-47F9-BE1B-7B83DF422D32}" destId="{ACAA4715-3F6D-42BD-AED2-8D7239193870}" srcOrd="0" destOrd="0" presId="urn:microsoft.com/office/officeart/2016/7/layout/RepeatingBendingProcessNew"/>
    <dgm:cxn modelId="{C7B64CD7-1CC6-4A4F-9781-72A21B6DCD85}" type="presOf" srcId="{518F12D0-6B69-47A8-BA6E-FAC0A3BF203C}" destId="{7CD3C92E-E1CE-4AA1-97F6-90B3F2C0F328}" srcOrd="0" destOrd="0" presId="urn:microsoft.com/office/officeart/2016/7/layout/RepeatingBendingProcessNew"/>
    <dgm:cxn modelId="{90040FE3-F8BF-4C7F-AA27-10AEB7B87EAD}" srcId="{B76E5880-0DB3-4A81-BF2A-620F7D303B05}" destId="{31FE7D93-09E4-45B9-B326-8E30922A22A9}" srcOrd="8" destOrd="0" parTransId="{6DA8EFE5-39C7-41E0-A48D-5FF928147C6D}" sibTransId="{518F12D0-6B69-47A8-BA6E-FAC0A3BF203C}"/>
    <dgm:cxn modelId="{6C43AEEF-E798-44A9-BEBF-4CE428C6642B}" type="presOf" srcId="{6A1ADF4F-A702-45B8-9803-CF16DFDE21F5}" destId="{15B6A7CC-CCDC-4309-B3D0-77AC03377C94}" srcOrd="1" destOrd="0" presId="urn:microsoft.com/office/officeart/2016/7/layout/RepeatingBendingProcessNew"/>
    <dgm:cxn modelId="{7582F8EF-558F-4B52-8211-3C193F86E6CD}" srcId="{B76E5880-0DB3-4A81-BF2A-620F7D303B05}" destId="{ED7EF2EA-8163-4797-AB1B-8803EC7393C3}" srcOrd="6" destOrd="0" parTransId="{78CE6D3F-72E4-4C53-8697-F7D859CC1FE9}" sibTransId="{7BD1CB59-A16A-42C1-8230-70848502727A}"/>
    <dgm:cxn modelId="{AFEF5CF8-66E2-4900-AB47-E5DFF35ADBE5}" type="presOf" srcId="{7BD1CB59-A16A-42C1-8230-70848502727A}" destId="{5F2297FB-E305-4CAB-9A46-B8C263F9AFDE}" srcOrd="1" destOrd="0" presId="urn:microsoft.com/office/officeart/2016/7/layout/RepeatingBendingProcessNew"/>
    <dgm:cxn modelId="{450AFAF8-28FE-451A-A9CF-9E7CB5CA1A93}" srcId="{B76E5880-0DB3-4A81-BF2A-620F7D303B05}" destId="{31E6FB22-A55D-4343-83A7-E4C668EDAE6A}" srcOrd="5" destOrd="0" parTransId="{89EB1751-D5C0-4ED0-A45B-C619A1339A93}" sibTransId="{4CF3DBA2-CFAF-48EC-94A7-B20C8B70346C}"/>
    <dgm:cxn modelId="{CB7EB7FD-7826-4951-B6A9-F7854AF52CF5}" type="presOf" srcId="{B76E5880-0DB3-4A81-BF2A-620F7D303B05}" destId="{5332AB80-7E56-44CA-AE6C-3DA9C881D31C}" srcOrd="0" destOrd="0" presId="urn:microsoft.com/office/officeart/2016/7/layout/RepeatingBendingProcessNew"/>
    <dgm:cxn modelId="{94136AFE-4675-4D6A-A10B-CF011CD91378}" type="presOf" srcId="{31FE7D93-09E4-45B9-B326-8E30922A22A9}" destId="{AE06F9AE-5DE6-43C6-A40E-E8E39BBFD132}" srcOrd="0" destOrd="0" presId="urn:microsoft.com/office/officeart/2016/7/layout/RepeatingBendingProcessNew"/>
    <dgm:cxn modelId="{5A774FEB-9E29-4E7C-9E58-C83F8DF135DA}" type="presParOf" srcId="{5332AB80-7E56-44CA-AE6C-3DA9C881D31C}" destId="{6C307C19-A8DB-429C-A430-31F1A8CBF97C}" srcOrd="0" destOrd="0" presId="urn:microsoft.com/office/officeart/2016/7/layout/RepeatingBendingProcessNew"/>
    <dgm:cxn modelId="{82428E13-AFD5-4C9B-859E-5342F50ACC53}" type="presParOf" srcId="{5332AB80-7E56-44CA-AE6C-3DA9C881D31C}" destId="{5C728885-D49E-4F3A-A835-0778ED05F102}" srcOrd="1" destOrd="0" presId="urn:microsoft.com/office/officeart/2016/7/layout/RepeatingBendingProcessNew"/>
    <dgm:cxn modelId="{16EBB8A6-37E8-48DC-992B-E78126387D64}" type="presParOf" srcId="{5C728885-D49E-4F3A-A835-0778ED05F102}" destId="{7FC8C81B-4521-4284-825D-BEA9DA43C8E3}" srcOrd="0" destOrd="0" presId="urn:microsoft.com/office/officeart/2016/7/layout/RepeatingBendingProcessNew"/>
    <dgm:cxn modelId="{6C52CA75-39F9-4D33-A1E1-9054814FC9C2}" type="presParOf" srcId="{5332AB80-7E56-44CA-AE6C-3DA9C881D31C}" destId="{4848ADDD-1903-44A0-897B-6F7F2D81D3CB}" srcOrd="2" destOrd="0" presId="urn:microsoft.com/office/officeart/2016/7/layout/RepeatingBendingProcessNew"/>
    <dgm:cxn modelId="{BE313B30-3039-41E4-B8AE-33FBA4740B67}" type="presParOf" srcId="{5332AB80-7E56-44CA-AE6C-3DA9C881D31C}" destId="{97E0EE48-B30C-4461-B29A-D89F0026A3E7}" srcOrd="3" destOrd="0" presId="urn:microsoft.com/office/officeart/2016/7/layout/RepeatingBendingProcessNew"/>
    <dgm:cxn modelId="{65AE98E7-409A-44B9-9307-BF56B87FFA7C}" type="presParOf" srcId="{97E0EE48-B30C-4461-B29A-D89F0026A3E7}" destId="{138BFED2-4003-4339-96BD-0F89A8615D79}" srcOrd="0" destOrd="0" presId="urn:microsoft.com/office/officeart/2016/7/layout/RepeatingBendingProcessNew"/>
    <dgm:cxn modelId="{C2F9D13A-42E3-4014-A2C1-56414BD747A7}" type="presParOf" srcId="{5332AB80-7E56-44CA-AE6C-3DA9C881D31C}" destId="{7EC47267-68F0-4398-A933-40DB822D821B}" srcOrd="4" destOrd="0" presId="urn:microsoft.com/office/officeart/2016/7/layout/RepeatingBendingProcessNew"/>
    <dgm:cxn modelId="{59D0FDCD-429A-4946-B543-0D00E8DE7FED}" type="presParOf" srcId="{5332AB80-7E56-44CA-AE6C-3DA9C881D31C}" destId="{3BAE9F73-658C-4A9B-B756-93C486765147}" srcOrd="5" destOrd="0" presId="urn:microsoft.com/office/officeart/2016/7/layout/RepeatingBendingProcessNew"/>
    <dgm:cxn modelId="{73CB5717-A1B9-41D4-B6B0-A4EA9602CEB1}" type="presParOf" srcId="{3BAE9F73-658C-4A9B-B756-93C486765147}" destId="{DF81B735-498B-4568-8E03-350841D2F05E}" srcOrd="0" destOrd="0" presId="urn:microsoft.com/office/officeart/2016/7/layout/RepeatingBendingProcessNew"/>
    <dgm:cxn modelId="{54D9F048-B266-4E1F-BB82-FB51115D1957}" type="presParOf" srcId="{5332AB80-7E56-44CA-AE6C-3DA9C881D31C}" destId="{DF69B7DD-25F1-41E7-8B45-E7B47A53ACB1}" srcOrd="6" destOrd="0" presId="urn:microsoft.com/office/officeart/2016/7/layout/RepeatingBendingProcessNew"/>
    <dgm:cxn modelId="{32D28CC1-90E2-4722-83D7-754BBC9868DF}" type="presParOf" srcId="{5332AB80-7E56-44CA-AE6C-3DA9C881D31C}" destId="{B3B8253F-16EF-4FAF-810C-219E22F2142A}" srcOrd="7" destOrd="0" presId="urn:microsoft.com/office/officeart/2016/7/layout/RepeatingBendingProcessNew"/>
    <dgm:cxn modelId="{4FC8604D-6D59-4ED4-BA85-E82D3EA1597A}" type="presParOf" srcId="{B3B8253F-16EF-4FAF-810C-219E22F2142A}" destId="{38F7A847-363D-4D8F-B520-B34B0DFDB5C8}" srcOrd="0" destOrd="0" presId="urn:microsoft.com/office/officeart/2016/7/layout/RepeatingBendingProcessNew"/>
    <dgm:cxn modelId="{96BF8C7F-6EAA-4595-A2F2-A66B97E503FC}" type="presParOf" srcId="{5332AB80-7E56-44CA-AE6C-3DA9C881D31C}" destId="{BFE5CCF9-2609-46C5-B244-EF2A0B1C1B2D}" srcOrd="8" destOrd="0" presId="urn:microsoft.com/office/officeart/2016/7/layout/RepeatingBendingProcessNew"/>
    <dgm:cxn modelId="{3D0B4E9B-CFDD-4750-A192-1D47EB35CDE3}" type="presParOf" srcId="{5332AB80-7E56-44CA-AE6C-3DA9C881D31C}" destId="{12190B0E-E638-4F29-AE2E-F8CCA52AA343}" srcOrd="9" destOrd="0" presId="urn:microsoft.com/office/officeart/2016/7/layout/RepeatingBendingProcessNew"/>
    <dgm:cxn modelId="{EA20055F-EE64-404C-9D7F-215FF99A4E17}" type="presParOf" srcId="{12190B0E-E638-4F29-AE2E-F8CCA52AA343}" destId="{15B6A7CC-CCDC-4309-B3D0-77AC03377C94}" srcOrd="0" destOrd="0" presId="urn:microsoft.com/office/officeart/2016/7/layout/RepeatingBendingProcessNew"/>
    <dgm:cxn modelId="{9945EE2E-C90B-446F-AD9B-9427F00C7257}" type="presParOf" srcId="{5332AB80-7E56-44CA-AE6C-3DA9C881D31C}" destId="{0FAAB0D3-6FBE-4919-9031-45785C50A25B}" srcOrd="10" destOrd="0" presId="urn:microsoft.com/office/officeart/2016/7/layout/RepeatingBendingProcessNew"/>
    <dgm:cxn modelId="{A2A4C30F-2560-4B53-BD65-73F38DA7B684}" type="presParOf" srcId="{5332AB80-7E56-44CA-AE6C-3DA9C881D31C}" destId="{1F07E9C9-EA36-4651-A4C4-3D3FA7DEBAC5}" srcOrd="11" destOrd="0" presId="urn:microsoft.com/office/officeart/2016/7/layout/RepeatingBendingProcessNew"/>
    <dgm:cxn modelId="{76A72B9A-614E-4953-AC9A-FFE37AE93874}" type="presParOf" srcId="{1F07E9C9-EA36-4651-A4C4-3D3FA7DEBAC5}" destId="{A37B3D06-4DC9-4717-A2FD-B2974CF2F23F}" srcOrd="0" destOrd="0" presId="urn:microsoft.com/office/officeart/2016/7/layout/RepeatingBendingProcessNew"/>
    <dgm:cxn modelId="{1FE0443F-0957-4731-83B8-0C9565A3F99B}" type="presParOf" srcId="{5332AB80-7E56-44CA-AE6C-3DA9C881D31C}" destId="{0759099A-1DC7-41A7-B0A2-BDD53928642D}" srcOrd="12" destOrd="0" presId="urn:microsoft.com/office/officeart/2016/7/layout/RepeatingBendingProcessNew"/>
    <dgm:cxn modelId="{EA49845D-0D38-4B75-8A79-DBB697587106}" type="presParOf" srcId="{5332AB80-7E56-44CA-AE6C-3DA9C881D31C}" destId="{3B96B253-9EBF-4321-9B17-9BDB03E45FC6}" srcOrd="13" destOrd="0" presId="urn:microsoft.com/office/officeart/2016/7/layout/RepeatingBendingProcessNew"/>
    <dgm:cxn modelId="{39EFF338-1E00-4327-A8FD-3D6034D26048}" type="presParOf" srcId="{3B96B253-9EBF-4321-9B17-9BDB03E45FC6}" destId="{5F2297FB-E305-4CAB-9A46-B8C263F9AFDE}" srcOrd="0" destOrd="0" presId="urn:microsoft.com/office/officeart/2016/7/layout/RepeatingBendingProcessNew"/>
    <dgm:cxn modelId="{3AC7668C-EABD-43E3-A757-A9528B9410BE}" type="presParOf" srcId="{5332AB80-7E56-44CA-AE6C-3DA9C881D31C}" destId="{39991E69-35AA-4C78-9A36-21AB53752E2E}" srcOrd="14" destOrd="0" presId="urn:microsoft.com/office/officeart/2016/7/layout/RepeatingBendingProcessNew"/>
    <dgm:cxn modelId="{0BC4C1F9-7628-48C3-BEE0-7B8DB79E4E26}" type="presParOf" srcId="{5332AB80-7E56-44CA-AE6C-3DA9C881D31C}" destId="{099E2782-2C86-45C0-BFBC-2629366A830B}" srcOrd="15" destOrd="0" presId="urn:microsoft.com/office/officeart/2016/7/layout/RepeatingBendingProcessNew"/>
    <dgm:cxn modelId="{BFA80D09-F8A3-4ED7-AEBE-3237A309375B}" type="presParOf" srcId="{099E2782-2C86-45C0-BFBC-2629366A830B}" destId="{7E54D864-86BA-4FC6-86E0-1C38D908F837}" srcOrd="0" destOrd="0" presId="urn:microsoft.com/office/officeart/2016/7/layout/RepeatingBendingProcessNew"/>
    <dgm:cxn modelId="{73127E98-8739-4A7A-AADA-1143F714F625}" type="presParOf" srcId="{5332AB80-7E56-44CA-AE6C-3DA9C881D31C}" destId="{AE06F9AE-5DE6-43C6-A40E-E8E39BBFD132}" srcOrd="16" destOrd="0" presId="urn:microsoft.com/office/officeart/2016/7/layout/RepeatingBendingProcessNew"/>
    <dgm:cxn modelId="{F11AB7FB-75D6-4B14-9F15-21BBEAC981F3}" type="presParOf" srcId="{5332AB80-7E56-44CA-AE6C-3DA9C881D31C}" destId="{7CD3C92E-E1CE-4AA1-97F6-90B3F2C0F328}" srcOrd="17" destOrd="0" presId="urn:microsoft.com/office/officeart/2016/7/layout/RepeatingBendingProcessNew"/>
    <dgm:cxn modelId="{33AC9352-DFD9-4C5B-AF63-4E4DE3C5D3EC}" type="presParOf" srcId="{7CD3C92E-E1CE-4AA1-97F6-90B3F2C0F328}" destId="{DC96C4FA-DAC4-46E9-9558-8A69A5FA6540}" srcOrd="0" destOrd="0" presId="urn:microsoft.com/office/officeart/2016/7/layout/RepeatingBendingProcessNew"/>
    <dgm:cxn modelId="{A37179F5-E70D-4B3A-A7CB-3BF98E873765}" type="presParOf" srcId="{5332AB80-7E56-44CA-AE6C-3DA9C881D31C}" destId="{ACAA4715-3F6D-42BD-AED2-8D7239193870}" srcOrd="1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C5B6AB-D901-4E20-B46D-CE851983AEC7}"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40D13CBF-1BAA-435E-8CE7-08DA414758F4}">
      <dgm:prSet/>
      <dgm:spPr/>
      <dgm:t>
        <a:bodyPr/>
        <a:lstStyle/>
        <a:p>
          <a:r>
            <a:rPr lang="en-IN" b="1"/>
            <a:t>Pandas: </a:t>
          </a:r>
          <a:r>
            <a:rPr lang="en-IN"/>
            <a:t>used for data manipulation and analysis (data frame generation).</a:t>
          </a:r>
          <a:endParaRPr lang="en-US"/>
        </a:p>
      </dgm:t>
    </dgm:pt>
    <dgm:pt modelId="{7262F744-1164-4956-96CF-E3752024A82B}" type="parTrans" cxnId="{ABE1DC89-A191-4B30-82E2-925E924D67D4}">
      <dgm:prSet/>
      <dgm:spPr/>
      <dgm:t>
        <a:bodyPr/>
        <a:lstStyle/>
        <a:p>
          <a:endParaRPr lang="en-US"/>
        </a:p>
      </dgm:t>
    </dgm:pt>
    <dgm:pt modelId="{C0C52FCF-C192-4CC6-8268-7A76650ACE27}" type="sibTrans" cxnId="{ABE1DC89-A191-4B30-82E2-925E924D67D4}">
      <dgm:prSet/>
      <dgm:spPr/>
      <dgm:t>
        <a:bodyPr/>
        <a:lstStyle/>
        <a:p>
          <a:endParaRPr lang="en-US"/>
        </a:p>
      </dgm:t>
    </dgm:pt>
    <dgm:pt modelId="{06F2A076-DF0F-44E3-9B26-E7194F4CFA6A}">
      <dgm:prSet/>
      <dgm:spPr/>
      <dgm:t>
        <a:bodyPr/>
        <a:lstStyle/>
        <a:p>
          <a:r>
            <a:rPr lang="en-IN" b="1"/>
            <a:t>LibROSA: </a:t>
          </a:r>
          <a:r>
            <a:rPr lang="en-IN"/>
            <a:t>used</a:t>
          </a:r>
          <a:r>
            <a:rPr lang="en-IN" b="1"/>
            <a:t> </a:t>
          </a:r>
          <a:r>
            <a:rPr lang="en-IN"/>
            <a:t>for music and audio analysis. We can use it to display audio files in different formats such as waveform, spectrogram, colormap etc.</a:t>
          </a:r>
          <a:endParaRPr lang="en-US"/>
        </a:p>
      </dgm:t>
    </dgm:pt>
    <dgm:pt modelId="{23BBED16-E138-4EB0-86A3-E7F1DAB9065B}" type="parTrans" cxnId="{0E2DB9EC-155D-4118-898E-655145A18A8E}">
      <dgm:prSet/>
      <dgm:spPr/>
      <dgm:t>
        <a:bodyPr/>
        <a:lstStyle/>
        <a:p>
          <a:endParaRPr lang="en-US"/>
        </a:p>
      </dgm:t>
    </dgm:pt>
    <dgm:pt modelId="{0C61343A-276E-4F54-8C5D-328CBE51CF5B}" type="sibTrans" cxnId="{0E2DB9EC-155D-4118-898E-655145A18A8E}">
      <dgm:prSet/>
      <dgm:spPr/>
      <dgm:t>
        <a:bodyPr/>
        <a:lstStyle/>
        <a:p>
          <a:endParaRPr lang="en-US"/>
        </a:p>
      </dgm:t>
    </dgm:pt>
    <dgm:pt modelId="{AC21CDB0-DFF4-4F76-A69F-86AE87DB5CCA}">
      <dgm:prSet/>
      <dgm:spPr/>
      <dgm:t>
        <a:bodyPr/>
        <a:lstStyle/>
        <a:p>
          <a:r>
            <a:rPr lang="en-IN" b="1"/>
            <a:t>Matplotlib: </a:t>
          </a:r>
          <a:r>
            <a:rPr lang="en-IN"/>
            <a:t>used for 2D plots of arrays. All the graphs (MFCC,spectrogram etc) have been plotted using matplotlib.</a:t>
          </a:r>
          <a:endParaRPr lang="en-US"/>
        </a:p>
      </dgm:t>
    </dgm:pt>
    <dgm:pt modelId="{8D1698F3-90AA-4991-A529-DDFF19CA275A}" type="parTrans" cxnId="{DD8D021D-6843-47A0-9920-5BF1F327F159}">
      <dgm:prSet/>
      <dgm:spPr/>
      <dgm:t>
        <a:bodyPr/>
        <a:lstStyle/>
        <a:p>
          <a:endParaRPr lang="en-US"/>
        </a:p>
      </dgm:t>
    </dgm:pt>
    <dgm:pt modelId="{21B2BC85-085B-4E7A-B1F5-0B770368BF48}" type="sibTrans" cxnId="{DD8D021D-6843-47A0-9920-5BF1F327F159}">
      <dgm:prSet/>
      <dgm:spPr/>
      <dgm:t>
        <a:bodyPr/>
        <a:lstStyle/>
        <a:p>
          <a:endParaRPr lang="en-US"/>
        </a:p>
      </dgm:t>
    </dgm:pt>
    <dgm:pt modelId="{3EC3295E-A93E-4B9C-B221-CEF3DA85AB38}">
      <dgm:prSet/>
      <dgm:spPr/>
      <dgm:t>
        <a:bodyPr/>
        <a:lstStyle/>
        <a:p>
          <a:r>
            <a:rPr lang="en-IN" b="1"/>
            <a:t>Sklearn: </a:t>
          </a:r>
          <a:r>
            <a:rPr lang="en-IN"/>
            <a:t>provides a range of supervised and unsupervised learning algorithm which can be imported in our code and can be used to build models. Also used in Stratified shuffle split.</a:t>
          </a:r>
          <a:endParaRPr lang="en-US"/>
        </a:p>
      </dgm:t>
    </dgm:pt>
    <dgm:pt modelId="{3845ABD3-09B1-4DF2-8CF5-774AAA4EE521}" type="parTrans" cxnId="{A3D533D2-BEB0-430B-831F-A0BFE4D08093}">
      <dgm:prSet/>
      <dgm:spPr/>
      <dgm:t>
        <a:bodyPr/>
        <a:lstStyle/>
        <a:p>
          <a:endParaRPr lang="en-US"/>
        </a:p>
      </dgm:t>
    </dgm:pt>
    <dgm:pt modelId="{FD020298-8297-4F8C-AFFF-91E28E96103C}" type="sibTrans" cxnId="{A3D533D2-BEB0-430B-831F-A0BFE4D08093}">
      <dgm:prSet/>
      <dgm:spPr/>
      <dgm:t>
        <a:bodyPr/>
        <a:lstStyle/>
        <a:p>
          <a:endParaRPr lang="en-US"/>
        </a:p>
      </dgm:t>
    </dgm:pt>
    <dgm:pt modelId="{E28D7238-BE72-42AC-8168-4E43F1E42DB1}">
      <dgm:prSet custT="1"/>
      <dgm:spPr/>
      <dgm:t>
        <a:bodyPr/>
        <a:lstStyle/>
        <a:p>
          <a:r>
            <a:rPr lang="en-IN" sz="1500" b="1" dirty="0" err="1"/>
            <a:t>Keras</a:t>
          </a:r>
          <a:r>
            <a:rPr lang="en-IN" sz="1400" b="1" dirty="0"/>
            <a:t>: </a:t>
          </a:r>
          <a:r>
            <a:rPr lang="en-IN" sz="1300" dirty="0"/>
            <a:t>used for deep learning models. It provides high level APIs for building and training of deep learning models like neural networks. It is built on TensorFlow. We can use this library to quickly build neural networks without worrying about the internal aspects like algebra, optimization methods etc. </a:t>
          </a:r>
          <a:endParaRPr lang="en-US" sz="1300" dirty="0"/>
        </a:p>
      </dgm:t>
    </dgm:pt>
    <dgm:pt modelId="{6A272BAF-4A40-498D-8591-10CA93138607}" type="parTrans" cxnId="{33FA39F2-AB2D-431C-BF5B-2993C6B6DC21}">
      <dgm:prSet/>
      <dgm:spPr/>
      <dgm:t>
        <a:bodyPr/>
        <a:lstStyle/>
        <a:p>
          <a:endParaRPr lang="en-US"/>
        </a:p>
      </dgm:t>
    </dgm:pt>
    <dgm:pt modelId="{F68D3930-838F-455D-8C9A-CA0D4046CDC0}" type="sibTrans" cxnId="{33FA39F2-AB2D-431C-BF5B-2993C6B6DC21}">
      <dgm:prSet/>
      <dgm:spPr/>
      <dgm:t>
        <a:bodyPr/>
        <a:lstStyle/>
        <a:p>
          <a:endParaRPr lang="en-US"/>
        </a:p>
      </dgm:t>
    </dgm:pt>
    <dgm:pt modelId="{7C3C2C18-6AAA-418A-8974-FBC809AB8D47}">
      <dgm:prSet/>
      <dgm:spPr/>
      <dgm:t>
        <a:bodyPr/>
        <a:lstStyle/>
        <a:p>
          <a:r>
            <a:rPr lang="en-IN" b="1" dirty="0"/>
            <a:t>Json: </a:t>
          </a:r>
          <a:r>
            <a:rPr lang="en-IN" dirty="0"/>
            <a:t>It is mainly used for serialization and deserialization of json files. We have used it to save our trained model for future use.</a:t>
          </a:r>
          <a:endParaRPr lang="en-US" dirty="0"/>
        </a:p>
      </dgm:t>
    </dgm:pt>
    <dgm:pt modelId="{DEDFC18D-F5A0-4C02-A382-6E1380DEBF2E}" type="parTrans" cxnId="{E5961795-5BFD-41D7-A6B3-B695B6085BC4}">
      <dgm:prSet/>
      <dgm:spPr/>
      <dgm:t>
        <a:bodyPr/>
        <a:lstStyle/>
        <a:p>
          <a:endParaRPr lang="en-US"/>
        </a:p>
      </dgm:t>
    </dgm:pt>
    <dgm:pt modelId="{A9E07FF8-7F80-489C-B66D-EEC6C85DFDAD}" type="sibTrans" cxnId="{E5961795-5BFD-41D7-A6B3-B695B6085BC4}">
      <dgm:prSet/>
      <dgm:spPr/>
      <dgm:t>
        <a:bodyPr/>
        <a:lstStyle/>
        <a:p>
          <a:endParaRPr lang="en-US"/>
        </a:p>
      </dgm:t>
    </dgm:pt>
    <dgm:pt modelId="{2F3F227C-AE50-4EE5-8F8F-6E346921F943}" type="pres">
      <dgm:prSet presAssocID="{D4C5B6AB-D901-4E20-B46D-CE851983AEC7}" presName="diagram" presStyleCnt="0">
        <dgm:presLayoutVars>
          <dgm:dir/>
          <dgm:resizeHandles val="exact"/>
        </dgm:presLayoutVars>
      </dgm:prSet>
      <dgm:spPr/>
    </dgm:pt>
    <dgm:pt modelId="{74C66D40-7035-4912-956D-7143E1749922}" type="pres">
      <dgm:prSet presAssocID="{40D13CBF-1BAA-435E-8CE7-08DA414758F4}" presName="node" presStyleLbl="node1" presStyleIdx="0" presStyleCnt="6">
        <dgm:presLayoutVars>
          <dgm:bulletEnabled val="1"/>
        </dgm:presLayoutVars>
      </dgm:prSet>
      <dgm:spPr/>
    </dgm:pt>
    <dgm:pt modelId="{80A962EA-CBC4-40AF-A8D9-3A76474C6C40}" type="pres">
      <dgm:prSet presAssocID="{C0C52FCF-C192-4CC6-8268-7A76650ACE27}" presName="sibTrans" presStyleCnt="0"/>
      <dgm:spPr/>
    </dgm:pt>
    <dgm:pt modelId="{EF431C2B-9A16-40AD-9C1B-1CFCEC07EB15}" type="pres">
      <dgm:prSet presAssocID="{06F2A076-DF0F-44E3-9B26-E7194F4CFA6A}" presName="node" presStyleLbl="node1" presStyleIdx="1" presStyleCnt="6">
        <dgm:presLayoutVars>
          <dgm:bulletEnabled val="1"/>
        </dgm:presLayoutVars>
      </dgm:prSet>
      <dgm:spPr/>
    </dgm:pt>
    <dgm:pt modelId="{715A14B7-EFD8-4150-A8D2-6990FA510A5A}" type="pres">
      <dgm:prSet presAssocID="{0C61343A-276E-4F54-8C5D-328CBE51CF5B}" presName="sibTrans" presStyleCnt="0"/>
      <dgm:spPr/>
    </dgm:pt>
    <dgm:pt modelId="{E9EED0DF-A31C-4BE6-8A40-3B7D844F6D30}" type="pres">
      <dgm:prSet presAssocID="{AC21CDB0-DFF4-4F76-A69F-86AE87DB5CCA}" presName="node" presStyleLbl="node1" presStyleIdx="2" presStyleCnt="6">
        <dgm:presLayoutVars>
          <dgm:bulletEnabled val="1"/>
        </dgm:presLayoutVars>
      </dgm:prSet>
      <dgm:spPr/>
    </dgm:pt>
    <dgm:pt modelId="{4CB2E626-4454-4E86-A76D-3C5C52370EA7}" type="pres">
      <dgm:prSet presAssocID="{21B2BC85-085B-4E7A-B1F5-0B770368BF48}" presName="sibTrans" presStyleCnt="0"/>
      <dgm:spPr/>
    </dgm:pt>
    <dgm:pt modelId="{9428FA1A-F881-47B1-B10D-DD0747807762}" type="pres">
      <dgm:prSet presAssocID="{3EC3295E-A93E-4B9C-B221-CEF3DA85AB38}" presName="node" presStyleLbl="node1" presStyleIdx="3" presStyleCnt="6">
        <dgm:presLayoutVars>
          <dgm:bulletEnabled val="1"/>
        </dgm:presLayoutVars>
      </dgm:prSet>
      <dgm:spPr/>
    </dgm:pt>
    <dgm:pt modelId="{B5018E62-97C9-40D9-9EDC-BE40796F021F}" type="pres">
      <dgm:prSet presAssocID="{FD020298-8297-4F8C-AFFF-91E28E96103C}" presName="sibTrans" presStyleCnt="0"/>
      <dgm:spPr/>
    </dgm:pt>
    <dgm:pt modelId="{0E58A8C1-1562-4EB8-853A-8C05DF4C96A2}" type="pres">
      <dgm:prSet presAssocID="{E28D7238-BE72-42AC-8168-4E43F1E42DB1}" presName="node" presStyleLbl="node1" presStyleIdx="4" presStyleCnt="6">
        <dgm:presLayoutVars>
          <dgm:bulletEnabled val="1"/>
        </dgm:presLayoutVars>
      </dgm:prSet>
      <dgm:spPr/>
    </dgm:pt>
    <dgm:pt modelId="{CC25F4DF-4B05-4136-984B-25BBB1A83A99}" type="pres">
      <dgm:prSet presAssocID="{F68D3930-838F-455D-8C9A-CA0D4046CDC0}" presName="sibTrans" presStyleCnt="0"/>
      <dgm:spPr/>
    </dgm:pt>
    <dgm:pt modelId="{B94C07A7-7401-4C96-A72E-9B73391B7153}" type="pres">
      <dgm:prSet presAssocID="{7C3C2C18-6AAA-418A-8974-FBC809AB8D47}" presName="node" presStyleLbl="node1" presStyleIdx="5" presStyleCnt="6">
        <dgm:presLayoutVars>
          <dgm:bulletEnabled val="1"/>
        </dgm:presLayoutVars>
      </dgm:prSet>
      <dgm:spPr/>
    </dgm:pt>
  </dgm:ptLst>
  <dgm:cxnLst>
    <dgm:cxn modelId="{DD8D021D-6843-47A0-9920-5BF1F327F159}" srcId="{D4C5B6AB-D901-4E20-B46D-CE851983AEC7}" destId="{AC21CDB0-DFF4-4F76-A69F-86AE87DB5CCA}" srcOrd="2" destOrd="0" parTransId="{8D1698F3-90AA-4991-A529-DDFF19CA275A}" sibTransId="{21B2BC85-085B-4E7A-B1F5-0B770368BF48}"/>
    <dgm:cxn modelId="{0E20473A-D344-41A2-AEEA-2D1D9B78AA7D}" type="presOf" srcId="{7C3C2C18-6AAA-418A-8974-FBC809AB8D47}" destId="{B94C07A7-7401-4C96-A72E-9B73391B7153}" srcOrd="0" destOrd="0" presId="urn:microsoft.com/office/officeart/2005/8/layout/default"/>
    <dgm:cxn modelId="{DE6AA451-23E9-455C-A5B8-DCA6235D2397}" type="presOf" srcId="{06F2A076-DF0F-44E3-9B26-E7194F4CFA6A}" destId="{EF431C2B-9A16-40AD-9C1B-1CFCEC07EB15}" srcOrd="0" destOrd="0" presId="urn:microsoft.com/office/officeart/2005/8/layout/default"/>
    <dgm:cxn modelId="{D4B1D454-DE3A-4A8A-BEFD-568F8CD5DFAA}" type="presOf" srcId="{D4C5B6AB-D901-4E20-B46D-CE851983AEC7}" destId="{2F3F227C-AE50-4EE5-8F8F-6E346921F943}" srcOrd="0" destOrd="0" presId="urn:microsoft.com/office/officeart/2005/8/layout/default"/>
    <dgm:cxn modelId="{ABE1DC89-A191-4B30-82E2-925E924D67D4}" srcId="{D4C5B6AB-D901-4E20-B46D-CE851983AEC7}" destId="{40D13CBF-1BAA-435E-8CE7-08DA414758F4}" srcOrd="0" destOrd="0" parTransId="{7262F744-1164-4956-96CF-E3752024A82B}" sibTransId="{C0C52FCF-C192-4CC6-8268-7A76650ACE27}"/>
    <dgm:cxn modelId="{71AFF48E-81E7-47BA-B04C-4048FC4BA4A9}" type="presOf" srcId="{AC21CDB0-DFF4-4F76-A69F-86AE87DB5CCA}" destId="{E9EED0DF-A31C-4BE6-8A40-3B7D844F6D30}" srcOrd="0" destOrd="0" presId="urn:microsoft.com/office/officeart/2005/8/layout/default"/>
    <dgm:cxn modelId="{E5961795-5BFD-41D7-A6B3-B695B6085BC4}" srcId="{D4C5B6AB-D901-4E20-B46D-CE851983AEC7}" destId="{7C3C2C18-6AAA-418A-8974-FBC809AB8D47}" srcOrd="5" destOrd="0" parTransId="{DEDFC18D-F5A0-4C02-A382-6E1380DEBF2E}" sibTransId="{A9E07FF8-7F80-489C-B66D-EEC6C85DFDAD}"/>
    <dgm:cxn modelId="{CC2427CA-A59E-405A-8983-678E07561724}" type="presOf" srcId="{E28D7238-BE72-42AC-8168-4E43F1E42DB1}" destId="{0E58A8C1-1562-4EB8-853A-8C05DF4C96A2}" srcOrd="0" destOrd="0" presId="urn:microsoft.com/office/officeart/2005/8/layout/default"/>
    <dgm:cxn modelId="{A3D533D2-BEB0-430B-831F-A0BFE4D08093}" srcId="{D4C5B6AB-D901-4E20-B46D-CE851983AEC7}" destId="{3EC3295E-A93E-4B9C-B221-CEF3DA85AB38}" srcOrd="3" destOrd="0" parTransId="{3845ABD3-09B1-4DF2-8CF5-774AAA4EE521}" sibTransId="{FD020298-8297-4F8C-AFFF-91E28E96103C}"/>
    <dgm:cxn modelId="{0E2DB9EC-155D-4118-898E-655145A18A8E}" srcId="{D4C5B6AB-D901-4E20-B46D-CE851983AEC7}" destId="{06F2A076-DF0F-44E3-9B26-E7194F4CFA6A}" srcOrd="1" destOrd="0" parTransId="{23BBED16-E138-4EB0-86A3-E7F1DAB9065B}" sibTransId="{0C61343A-276E-4F54-8C5D-328CBE51CF5B}"/>
    <dgm:cxn modelId="{33FA39F2-AB2D-431C-BF5B-2993C6B6DC21}" srcId="{D4C5B6AB-D901-4E20-B46D-CE851983AEC7}" destId="{E28D7238-BE72-42AC-8168-4E43F1E42DB1}" srcOrd="4" destOrd="0" parTransId="{6A272BAF-4A40-498D-8591-10CA93138607}" sibTransId="{F68D3930-838F-455D-8C9A-CA0D4046CDC0}"/>
    <dgm:cxn modelId="{E8992CF6-2BE8-4B5D-8F27-1269618687B6}" type="presOf" srcId="{3EC3295E-A93E-4B9C-B221-CEF3DA85AB38}" destId="{9428FA1A-F881-47B1-B10D-DD0747807762}" srcOrd="0" destOrd="0" presId="urn:microsoft.com/office/officeart/2005/8/layout/default"/>
    <dgm:cxn modelId="{809603FB-FD70-43A2-9244-255065F89260}" type="presOf" srcId="{40D13CBF-1BAA-435E-8CE7-08DA414758F4}" destId="{74C66D40-7035-4912-956D-7143E1749922}" srcOrd="0" destOrd="0" presId="urn:microsoft.com/office/officeart/2005/8/layout/default"/>
    <dgm:cxn modelId="{DE0D3769-CB69-4F02-97B5-F6925A4AC5A2}" type="presParOf" srcId="{2F3F227C-AE50-4EE5-8F8F-6E346921F943}" destId="{74C66D40-7035-4912-956D-7143E1749922}" srcOrd="0" destOrd="0" presId="urn:microsoft.com/office/officeart/2005/8/layout/default"/>
    <dgm:cxn modelId="{673302E3-E6B8-40CA-ABD0-154158CC9258}" type="presParOf" srcId="{2F3F227C-AE50-4EE5-8F8F-6E346921F943}" destId="{80A962EA-CBC4-40AF-A8D9-3A76474C6C40}" srcOrd="1" destOrd="0" presId="urn:microsoft.com/office/officeart/2005/8/layout/default"/>
    <dgm:cxn modelId="{E4B6FC9D-3571-47E0-977D-FD426F58E9E4}" type="presParOf" srcId="{2F3F227C-AE50-4EE5-8F8F-6E346921F943}" destId="{EF431C2B-9A16-40AD-9C1B-1CFCEC07EB15}" srcOrd="2" destOrd="0" presId="urn:microsoft.com/office/officeart/2005/8/layout/default"/>
    <dgm:cxn modelId="{0B99F176-232F-47E5-88BA-EB68034037BF}" type="presParOf" srcId="{2F3F227C-AE50-4EE5-8F8F-6E346921F943}" destId="{715A14B7-EFD8-4150-A8D2-6990FA510A5A}" srcOrd="3" destOrd="0" presId="urn:microsoft.com/office/officeart/2005/8/layout/default"/>
    <dgm:cxn modelId="{1096DCE9-D0BB-448A-9B78-15E3E74D5CC9}" type="presParOf" srcId="{2F3F227C-AE50-4EE5-8F8F-6E346921F943}" destId="{E9EED0DF-A31C-4BE6-8A40-3B7D844F6D30}" srcOrd="4" destOrd="0" presId="urn:microsoft.com/office/officeart/2005/8/layout/default"/>
    <dgm:cxn modelId="{B3E19053-ECE5-4511-B5F2-3A034DD1C5F9}" type="presParOf" srcId="{2F3F227C-AE50-4EE5-8F8F-6E346921F943}" destId="{4CB2E626-4454-4E86-A76D-3C5C52370EA7}" srcOrd="5" destOrd="0" presId="urn:microsoft.com/office/officeart/2005/8/layout/default"/>
    <dgm:cxn modelId="{8084526B-5FD8-4F6B-9D33-D5E23658DD7E}" type="presParOf" srcId="{2F3F227C-AE50-4EE5-8F8F-6E346921F943}" destId="{9428FA1A-F881-47B1-B10D-DD0747807762}" srcOrd="6" destOrd="0" presId="urn:microsoft.com/office/officeart/2005/8/layout/default"/>
    <dgm:cxn modelId="{19684D8F-B80E-4F8E-A9A8-58385735B842}" type="presParOf" srcId="{2F3F227C-AE50-4EE5-8F8F-6E346921F943}" destId="{B5018E62-97C9-40D9-9EDC-BE40796F021F}" srcOrd="7" destOrd="0" presId="urn:microsoft.com/office/officeart/2005/8/layout/default"/>
    <dgm:cxn modelId="{10D64CF3-DF0D-4151-ADB3-13A64633CDB1}" type="presParOf" srcId="{2F3F227C-AE50-4EE5-8F8F-6E346921F943}" destId="{0E58A8C1-1562-4EB8-853A-8C05DF4C96A2}" srcOrd="8" destOrd="0" presId="urn:microsoft.com/office/officeart/2005/8/layout/default"/>
    <dgm:cxn modelId="{DA4600E1-7306-4E3E-8568-FDCCFC425A54}" type="presParOf" srcId="{2F3F227C-AE50-4EE5-8F8F-6E346921F943}" destId="{CC25F4DF-4B05-4136-984B-25BBB1A83A99}" srcOrd="9" destOrd="0" presId="urn:microsoft.com/office/officeart/2005/8/layout/default"/>
    <dgm:cxn modelId="{61C968B0-3C6B-4491-95D8-1890EA951D44}" type="presParOf" srcId="{2F3F227C-AE50-4EE5-8F8F-6E346921F943}" destId="{B94C07A7-7401-4C96-A72E-9B73391B7153}"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34D4B82-3D0D-4679-8CB9-0074FFEA960B}" type="doc">
      <dgm:prSet loTypeId="urn:microsoft.com/office/officeart/2005/8/layout/vList5" loCatId="list" qsTypeId="urn:microsoft.com/office/officeart/2005/8/quickstyle/simple5" qsCatId="simple" csTypeId="urn:microsoft.com/office/officeart/2005/8/colors/colorful5" csCatId="colorful" phldr="1"/>
      <dgm:spPr/>
      <dgm:t>
        <a:bodyPr/>
        <a:lstStyle/>
        <a:p>
          <a:endParaRPr lang="en-US"/>
        </a:p>
      </dgm:t>
    </dgm:pt>
    <dgm:pt modelId="{A41D840C-160B-4458-8727-A911203E5DFC}">
      <dgm:prSet/>
      <dgm:spPr/>
      <dgm:t>
        <a:bodyPr/>
        <a:lstStyle/>
        <a:p>
          <a:r>
            <a:rPr lang="en-US" dirty="0"/>
            <a:t>AMAZON EC2</a:t>
          </a:r>
        </a:p>
      </dgm:t>
    </dgm:pt>
    <dgm:pt modelId="{75B3F95F-8239-4A86-B847-EA244122F2F6}" type="parTrans" cxnId="{1B7CE8F0-06BF-4171-9B6F-EF749BD60BBA}">
      <dgm:prSet/>
      <dgm:spPr/>
      <dgm:t>
        <a:bodyPr/>
        <a:lstStyle/>
        <a:p>
          <a:endParaRPr lang="en-US"/>
        </a:p>
      </dgm:t>
    </dgm:pt>
    <dgm:pt modelId="{909FDBF4-6113-475A-857C-EDCA59B4A239}" type="sibTrans" cxnId="{1B7CE8F0-06BF-4171-9B6F-EF749BD60BBA}">
      <dgm:prSet/>
      <dgm:spPr/>
      <dgm:t>
        <a:bodyPr/>
        <a:lstStyle/>
        <a:p>
          <a:endParaRPr lang="en-US"/>
        </a:p>
      </dgm:t>
    </dgm:pt>
    <dgm:pt modelId="{BAE45F3A-9970-42C5-81C3-6FD8952A173E}">
      <dgm:prSet/>
      <dgm:spPr/>
      <dgm:t>
        <a:bodyPr/>
        <a:lstStyle/>
        <a:p>
          <a:r>
            <a:rPr lang="en-US"/>
            <a:t>PYTHON</a:t>
          </a:r>
        </a:p>
      </dgm:t>
    </dgm:pt>
    <dgm:pt modelId="{A0DBFD5E-7111-4D82-B348-D5D7D854F1CF}" type="parTrans" cxnId="{A745B493-C4F4-495A-AFEA-A0129BC9EE35}">
      <dgm:prSet/>
      <dgm:spPr/>
      <dgm:t>
        <a:bodyPr/>
        <a:lstStyle/>
        <a:p>
          <a:endParaRPr lang="en-US"/>
        </a:p>
      </dgm:t>
    </dgm:pt>
    <dgm:pt modelId="{F74CD0E0-D06C-4E29-B739-60E8DD0368ED}" type="sibTrans" cxnId="{A745B493-C4F4-495A-AFEA-A0129BC9EE35}">
      <dgm:prSet/>
      <dgm:spPr/>
      <dgm:t>
        <a:bodyPr/>
        <a:lstStyle/>
        <a:p>
          <a:endParaRPr lang="en-US"/>
        </a:p>
      </dgm:t>
    </dgm:pt>
    <dgm:pt modelId="{3DF22D76-9B7A-4E94-9DBF-73FC734BC18E}">
      <dgm:prSet/>
      <dgm:spPr/>
      <dgm:t>
        <a:bodyPr/>
        <a:lstStyle/>
        <a:p>
          <a:r>
            <a:rPr lang="en-US"/>
            <a:t>LINUX</a:t>
          </a:r>
        </a:p>
      </dgm:t>
    </dgm:pt>
    <dgm:pt modelId="{4B0FA5D2-7674-49FB-A0BF-B698A9578ACB}" type="parTrans" cxnId="{C431B841-7BF9-4247-8154-07F1254CFAB6}">
      <dgm:prSet/>
      <dgm:spPr/>
      <dgm:t>
        <a:bodyPr/>
        <a:lstStyle/>
        <a:p>
          <a:endParaRPr lang="en-US"/>
        </a:p>
      </dgm:t>
    </dgm:pt>
    <dgm:pt modelId="{FA41B66D-CDE3-46D1-8F79-E5F2CECF3D2A}" type="sibTrans" cxnId="{C431B841-7BF9-4247-8154-07F1254CFAB6}">
      <dgm:prSet/>
      <dgm:spPr/>
      <dgm:t>
        <a:bodyPr/>
        <a:lstStyle/>
        <a:p>
          <a:endParaRPr lang="en-US"/>
        </a:p>
      </dgm:t>
    </dgm:pt>
    <dgm:pt modelId="{8B466933-6A20-425D-BED9-8F415803A37C}">
      <dgm:prSet/>
      <dgm:spPr/>
      <dgm:t>
        <a:bodyPr/>
        <a:lstStyle/>
        <a:p>
          <a:r>
            <a:rPr lang="en-US"/>
            <a:t>FLASK</a:t>
          </a:r>
        </a:p>
      </dgm:t>
    </dgm:pt>
    <dgm:pt modelId="{43F195CA-D3A9-41EF-A824-20CE9B45E4FD}" type="parTrans" cxnId="{37FB7930-DC6A-454E-890A-3AD5545D7EA1}">
      <dgm:prSet/>
      <dgm:spPr/>
      <dgm:t>
        <a:bodyPr/>
        <a:lstStyle/>
        <a:p>
          <a:endParaRPr lang="en-US"/>
        </a:p>
      </dgm:t>
    </dgm:pt>
    <dgm:pt modelId="{04BE1E4D-F3DC-4806-BDBD-A489D52EEF99}" type="sibTrans" cxnId="{37FB7930-DC6A-454E-890A-3AD5545D7EA1}">
      <dgm:prSet/>
      <dgm:spPr/>
      <dgm:t>
        <a:bodyPr/>
        <a:lstStyle/>
        <a:p>
          <a:endParaRPr lang="en-US"/>
        </a:p>
      </dgm:t>
    </dgm:pt>
    <dgm:pt modelId="{ADA5681E-713B-4FAF-84AB-2A02D6F8B508}">
      <dgm:prSet/>
      <dgm:spPr/>
      <dgm:t>
        <a:bodyPr/>
        <a:lstStyle/>
        <a:p>
          <a:r>
            <a:rPr lang="en-US"/>
            <a:t>PuTTY</a:t>
          </a:r>
        </a:p>
      </dgm:t>
    </dgm:pt>
    <dgm:pt modelId="{CF0D688A-4A7E-4519-B202-CC80202CC0CA}" type="parTrans" cxnId="{7D42107D-E869-4B0D-86EE-828F8938A3EB}">
      <dgm:prSet/>
      <dgm:spPr/>
      <dgm:t>
        <a:bodyPr/>
        <a:lstStyle/>
        <a:p>
          <a:endParaRPr lang="en-US"/>
        </a:p>
      </dgm:t>
    </dgm:pt>
    <dgm:pt modelId="{FD193210-3CD6-4732-95DB-43A22BAE1A5A}" type="sibTrans" cxnId="{7D42107D-E869-4B0D-86EE-828F8938A3EB}">
      <dgm:prSet/>
      <dgm:spPr/>
      <dgm:t>
        <a:bodyPr/>
        <a:lstStyle/>
        <a:p>
          <a:endParaRPr lang="en-US"/>
        </a:p>
      </dgm:t>
    </dgm:pt>
    <dgm:pt modelId="{D4FD0B55-313F-4607-A166-3439F643AF85}">
      <dgm:prSet/>
      <dgm:spPr/>
      <dgm:t>
        <a:bodyPr/>
        <a:lstStyle/>
        <a:p>
          <a:r>
            <a:rPr lang="en-US"/>
            <a:t>PuTTYgen</a:t>
          </a:r>
        </a:p>
      </dgm:t>
    </dgm:pt>
    <dgm:pt modelId="{1A3E6853-2744-4F03-BE5D-3F5FDB4963B9}" type="parTrans" cxnId="{1BF8223D-9905-41C6-AB44-FD81CE31B595}">
      <dgm:prSet/>
      <dgm:spPr/>
      <dgm:t>
        <a:bodyPr/>
        <a:lstStyle/>
        <a:p>
          <a:endParaRPr lang="en-US"/>
        </a:p>
      </dgm:t>
    </dgm:pt>
    <dgm:pt modelId="{C888A423-F0CB-4C97-8B58-25548A9958B5}" type="sibTrans" cxnId="{1BF8223D-9905-41C6-AB44-FD81CE31B595}">
      <dgm:prSet/>
      <dgm:spPr/>
      <dgm:t>
        <a:bodyPr/>
        <a:lstStyle/>
        <a:p>
          <a:endParaRPr lang="en-US"/>
        </a:p>
      </dgm:t>
    </dgm:pt>
    <dgm:pt modelId="{13835F68-11C6-4006-88E2-75A4DBE4CA4D}" type="pres">
      <dgm:prSet presAssocID="{C34D4B82-3D0D-4679-8CB9-0074FFEA960B}" presName="Name0" presStyleCnt="0">
        <dgm:presLayoutVars>
          <dgm:dir/>
          <dgm:animLvl val="lvl"/>
          <dgm:resizeHandles val="exact"/>
        </dgm:presLayoutVars>
      </dgm:prSet>
      <dgm:spPr/>
    </dgm:pt>
    <dgm:pt modelId="{E71E65E4-F2DF-4E68-8100-F29E56F48B2D}" type="pres">
      <dgm:prSet presAssocID="{A41D840C-160B-4458-8727-A911203E5DFC}" presName="linNode" presStyleCnt="0"/>
      <dgm:spPr/>
    </dgm:pt>
    <dgm:pt modelId="{EF4EC869-D3FC-44A1-ADFE-45D40C7D443A}" type="pres">
      <dgm:prSet presAssocID="{A41D840C-160B-4458-8727-A911203E5DFC}" presName="parentText" presStyleLbl="node1" presStyleIdx="0" presStyleCnt="6">
        <dgm:presLayoutVars>
          <dgm:chMax val="1"/>
          <dgm:bulletEnabled val="1"/>
        </dgm:presLayoutVars>
      </dgm:prSet>
      <dgm:spPr/>
    </dgm:pt>
    <dgm:pt modelId="{A8767149-A290-4BBF-B272-DF9CD6A4180A}" type="pres">
      <dgm:prSet presAssocID="{909FDBF4-6113-475A-857C-EDCA59B4A239}" presName="sp" presStyleCnt="0"/>
      <dgm:spPr/>
    </dgm:pt>
    <dgm:pt modelId="{81D759B2-C613-4937-99EF-FCE852D5C7F1}" type="pres">
      <dgm:prSet presAssocID="{BAE45F3A-9970-42C5-81C3-6FD8952A173E}" presName="linNode" presStyleCnt="0"/>
      <dgm:spPr/>
    </dgm:pt>
    <dgm:pt modelId="{174B3B96-F7EF-4F62-9093-2EB88D11E5EC}" type="pres">
      <dgm:prSet presAssocID="{BAE45F3A-9970-42C5-81C3-6FD8952A173E}" presName="parentText" presStyleLbl="node1" presStyleIdx="1" presStyleCnt="6">
        <dgm:presLayoutVars>
          <dgm:chMax val="1"/>
          <dgm:bulletEnabled val="1"/>
        </dgm:presLayoutVars>
      </dgm:prSet>
      <dgm:spPr/>
    </dgm:pt>
    <dgm:pt modelId="{3D8501F5-2864-430D-AE30-685A6C0DD1CB}" type="pres">
      <dgm:prSet presAssocID="{F74CD0E0-D06C-4E29-B739-60E8DD0368ED}" presName="sp" presStyleCnt="0"/>
      <dgm:spPr/>
    </dgm:pt>
    <dgm:pt modelId="{26E679FA-A291-4122-A714-2AAB7B88BEF6}" type="pres">
      <dgm:prSet presAssocID="{3DF22D76-9B7A-4E94-9DBF-73FC734BC18E}" presName="linNode" presStyleCnt="0"/>
      <dgm:spPr/>
    </dgm:pt>
    <dgm:pt modelId="{87E54C46-F777-47EE-B556-5415593B4714}" type="pres">
      <dgm:prSet presAssocID="{3DF22D76-9B7A-4E94-9DBF-73FC734BC18E}" presName="parentText" presStyleLbl="node1" presStyleIdx="2" presStyleCnt="6">
        <dgm:presLayoutVars>
          <dgm:chMax val="1"/>
          <dgm:bulletEnabled val="1"/>
        </dgm:presLayoutVars>
      </dgm:prSet>
      <dgm:spPr/>
    </dgm:pt>
    <dgm:pt modelId="{D016311E-F5BA-43C4-9BBA-2DD0907030E3}" type="pres">
      <dgm:prSet presAssocID="{FA41B66D-CDE3-46D1-8F79-E5F2CECF3D2A}" presName="sp" presStyleCnt="0"/>
      <dgm:spPr/>
    </dgm:pt>
    <dgm:pt modelId="{E32CAF5B-C5F6-48CF-BC4C-5BABF3223405}" type="pres">
      <dgm:prSet presAssocID="{8B466933-6A20-425D-BED9-8F415803A37C}" presName="linNode" presStyleCnt="0"/>
      <dgm:spPr/>
    </dgm:pt>
    <dgm:pt modelId="{24C812B8-38EF-40E4-90C5-997F65B0AEB4}" type="pres">
      <dgm:prSet presAssocID="{8B466933-6A20-425D-BED9-8F415803A37C}" presName="parentText" presStyleLbl="node1" presStyleIdx="3" presStyleCnt="6">
        <dgm:presLayoutVars>
          <dgm:chMax val="1"/>
          <dgm:bulletEnabled val="1"/>
        </dgm:presLayoutVars>
      </dgm:prSet>
      <dgm:spPr/>
    </dgm:pt>
    <dgm:pt modelId="{AD5645B4-96EF-40CE-9275-0DC6627B16AC}" type="pres">
      <dgm:prSet presAssocID="{04BE1E4D-F3DC-4806-BDBD-A489D52EEF99}" presName="sp" presStyleCnt="0"/>
      <dgm:spPr/>
    </dgm:pt>
    <dgm:pt modelId="{C69381B0-BDF8-43EE-B39B-6537725B31D8}" type="pres">
      <dgm:prSet presAssocID="{ADA5681E-713B-4FAF-84AB-2A02D6F8B508}" presName="linNode" presStyleCnt="0"/>
      <dgm:spPr/>
    </dgm:pt>
    <dgm:pt modelId="{54959B5C-2B49-4B67-9974-618B33383A4D}" type="pres">
      <dgm:prSet presAssocID="{ADA5681E-713B-4FAF-84AB-2A02D6F8B508}" presName="parentText" presStyleLbl="node1" presStyleIdx="4" presStyleCnt="6">
        <dgm:presLayoutVars>
          <dgm:chMax val="1"/>
          <dgm:bulletEnabled val="1"/>
        </dgm:presLayoutVars>
      </dgm:prSet>
      <dgm:spPr/>
    </dgm:pt>
    <dgm:pt modelId="{1E085A2E-0BBE-45B3-8A0C-479F20E891FD}" type="pres">
      <dgm:prSet presAssocID="{FD193210-3CD6-4732-95DB-43A22BAE1A5A}" presName="sp" presStyleCnt="0"/>
      <dgm:spPr/>
    </dgm:pt>
    <dgm:pt modelId="{F6537F5A-4594-40F0-A671-51F995354119}" type="pres">
      <dgm:prSet presAssocID="{D4FD0B55-313F-4607-A166-3439F643AF85}" presName="linNode" presStyleCnt="0"/>
      <dgm:spPr/>
    </dgm:pt>
    <dgm:pt modelId="{6BDDAE44-B84E-4AF6-8729-07E77EC885D9}" type="pres">
      <dgm:prSet presAssocID="{D4FD0B55-313F-4607-A166-3439F643AF85}" presName="parentText" presStyleLbl="node1" presStyleIdx="5" presStyleCnt="6">
        <dgm:presLayoutVars>
          <dgm:chMax val="1"/>
          <dgm:bulletEnabled val="1"/>
        </dgm:presLayoutVars>
      </dgm:prSet>
      <dgm:spPr/>
    </dgm:pt>
  </dgm:ptLst>
  <dgm:cxnLst>
    <dgm:cxn modelId="{6DDBB50A-5373-40F0-B2E0-ED633C12E420}" type="presOf" srcId="{D4FD0B55-313F-4607-A166-3439F643AF85}" destId="{6BDDAE44-B84E-4AF6-8729-07E77EC885D9}" srcOrd="0" destOrd="0" presId="urn:microsoft.com/office/officeart/2005/8/layout/vList5"/>
    <dgm:cxn modelId="{677A4D22-B4F1-4593-ABEA-08B3DDC138AC}" type="presOf" srcId="{3DF22D76-9B7A-4E94-9DBF-73FC734BC18E}" destId="{87E54C46-F777-47EE-B556-5415593B4714}" srcOrd="0" destOrd="0" presId="urn:microsoft.com/office/officeart/2005/8/layout/vList5"/>
    <dgm:cxn modelId="{25432C24-BF15-4679-BA6B-99D7151A512A}" type="presOf" srcId="{C34D4B82-3D0D-4679-8CB9-0074FFEA960B}" destId="{13835F68-11C6-4006-88E2-75A4DBE4CA4D}" srcOrd="0" destOrd="0" presId="urn:microsoft.com/office/officeart/2005/8/layout/vList5"/>
    <dgm:cxn modelId="{37FB7930-DC6A-454E-890A-3AD5545D7EA1}" srcId="{C34D4B82-3D0D-4679-8CB9-0074FFEA960B}" destId="{8B466933-6A20-425D-BED9-8F415803A37C}" srcOrd="3" destOrd="0" parTransId="{43F195CA-D3A9-41EF-A824-20CE9B45E4FD}" sibTransId="{04BE1E4D-F3DC-4806-BDBD-A489D52EEF99}"/>
    <dgm:cxn modelId="{1BF8223D-9905-41C6-AB44-FD81CE31B595}" srcId="{C34D4B82-3D0D-4679-8CB9-0074FFEA960B}" destId="{D4FD0B55-313F-4607-A166-3439F643AF85}" srcOrd="5" destOrd="0" parTransId="{1A3E6853-2744-4F03-BE5D-3F5FDB4963B9}" sibTransId="{C888A423-F0CB-4C97-8B58-25548A9958B5}"/>
    <dgm:cxn modelId="{C431B841-7BF9-4247-8154-07F1254CFAB6}" srcId="{C34D4B82-3D0D-4679-8CB9-0074FFEA960B}" destId="{3DF22D76-9B7A-4E94-9DBF-73FC734BC18E}" srcOrd="2" destOrd="0" parTransId="{4B0FA5D2-7674-49FB-A0BF-B698A9578ACB}" sibTransId="{FA41B66D-CDE3-46D1-8F79-E5F2CECF3D2A}"/>
    <dgm:cxn modelId="{7D42107D-E869-4B0D-86EE-828F8938A3EB}" srcId="{C34D4B82-3D0D-4679-8CB9-0074FFEA960B}" destId="{ADA5681E-713B-4FAF-84AB-2A02D6F8B508}" srcOrd="4" destOrd="0" parTransId="{CF0D688A-4A7E-4519-B202-CC80202CC0CA}" sibTransId="{FD193210-3CD6-4732-95DB-43A22BAE1A5A}"/>
    <dgm:cxn modelId="{B646EA80-8FBB-401E-8F34-D2747E7384FF}" type="presOf" srcId="{A41D840C-160B-4458-8727-A911203E5DFC}" destId="{EF4EC869-D3FC-44A1-ADFE-45D40C7D443A}" srcOrd="0" destOrd="0" presId="urn:microsoft.com/office/officeart/2005/8/layout/vList5"/>
    <dgm:cxn modelId="{A745B493-C4F4-495A-AFEA-A0129BC9EE35}" srcId="{C34D4B82-3D0D-4679-8CB9-0074FFEA960B}" destId="{BAE45F3A-9970-42C5-81C3-6FD8952A173E}" srcOrd="1" destOrd="0" parTransId="{A0DBFD5E-7111-4D82-B348-D5D7D854F1CF}" sibTransId="{F74CD0E0-D06C-4E29-B739-60E8DD0368ED}"/>
    <dgm:cxn modelId="{42D477D9-CA36-4CC3-A36D-2C3FD36BE196}" type="presOf" srcId="{ADA5681E-713B-4FAF-84AB-2A02D6F8B508}" destId="{54959B5C-2B49-4B67-9974-618B33383A4D}" srcOrd="0" destOrd="0" presId="urn:microsoft.com/office/officeart/2005/8/layout/vList5"/>
    <dgm:cxn modelId="{E11928E4-16C7-4D38-9C55-50410C180BA0}" type="presOf" srcId="{8B466933-6A20-425D-BED9-8F415803A37C}" destId="{24C812B8-38EF-40E4-90C5-997F65B0AEB4}" srcOrd="0" destOrd="0" presId="urn:microsoft.com/office/officeart/2005/8/layout/vList5"/>
    <dgm:cxn modelId="{1B7CE8F0-06BF-4171-9B6F-EF749BD60BBA}" srcId="{C34D4B82-3D0D-4679-8CB9-0074FFEA960B}" destId="{A41D840C-160B-4458-8727-A911203E5DFC}" srcOrd="0" destOrd="0" parTransId="{75B3F95F-8239-4A86-B847-EA244122F2F6}" sibTransId="{909FDBF4-6113-475A-857C-EDCA59B4A239}"/>
    <dgm:cxn modelId="{B40A74FC-F3C7-4293-A7F2-E1D32D888178}" type="presOf" srcId="{BAE45F3A-9970-42C5-81C3-6FD8952A173E}" destId="{174B3B96-F7EF-4F62-9093-2EB88D11E5EC}" srcOrd="0" destOrd="0" presId="urn:microsoft.com/office/officeart/2005/8/layout/vList5"/>
    <dgm:cxn modelId="{0B8DB8C3-3149-406A-BB8F-F9BF4AA9A2E2}" type="presParOf" srcId="{13835F68-11C6-4006-88E2-75A4DBE4CA4D}" destId="{E71E65E4-F2DF-4E68-8100-F29E56F48B2D}" srcOrd="0" destOrd="0" presId="urn:microsoft.com/office/officeart/2005/8/layout/vList5"/>
    <dgm:cxn modelId="{7AC94AB9-5663-479A-88CB-388B7CEED1B5}" type="presParOf" srcId="{E71E65E4-F2DF-4E68-8100-F29E56F48B2D}" destId="{EF4EC869-D3FC-44A1-ADFE-45D40C7D443A}" srcOrd="0" destOrd="0" presId="urn:microsoft.com/office/officeart/2005/8/layout/vList5"/>
    <dgm:cxn modelId="{52B4B9DC-87D1-44EC-A31B-D03D032ACB25}" type="presParOf" srcId="{13835F68-11C6-4006-88E2-75A4DBE4CA4D}" destId="{A8767149-A290-4BBF-B272-DF9CD6A4180A}" srcOrd="1" destOrd="0" presId="urn:microsoft.com/office/officeart/2005/8/layout/vList5"/>
    <dgm:cxn modelId="{D255678A-48E8-4514-9A6D-25FED2A6CB2F}" type="presParOf" srcId="{13835F68-11C6-4006-88E2-75A4DBE4CA4D}" destId="{81D759B2-C613-4937-99EF-FCE852D5C7F1}" srcOrd="2" destOrd="0" presId="urn:microsoft.com/office/officeart/2005/8/layout/vList5"/>
    <dgm:cxn modelId="{96FD784E-2229-4074-A0C6-11B7C1D09F02}" type="presParOf" srcId="{81D759B2-C613-4937-99EF-FCE852D5C7F1}" destId="{174B3B96-F7EF-4F62-9093-2EB88D11E5EC}" srcOrd="0" destOrd="0" presId="urn:microsoft.com/office/officeart/2005/8/layout/vList5"/>
    <dgm:cxn modelId="{113B8C60-7E84-49D6-B88F-47BAB43C7D74}" type="presParOf" srcId="{13835F68-11C6-4006-88E2-75A4DBE4CA4D}" destId="{3D8501F5-2864-430D-AE30-685A6C0DD1CB}" srcOrd="3" destOrd="0" presId="urn:microsoft.com/office/officeart/2005/8/layout/vList5"/>
    <dgm:cxn modelId="{70E77BC6-BECF-4971-8BF3-00470A6FCAF9}" type="presParOf" srcId="{13835F68-11C6-4006-88E2-75A4DBE4CA4D}" destId="{26E679FA-A291-4122-A714-2AAB7B88BEF6}" srcOrd="4" destOrd="0" presId="urn:microsoft.com/office/officeart/2005/8/layout/vList5"/>
    <dgm:cxn modelId="{B7BB63F0-CD94-4056-8061-CA05EE01F1A3}" type="presParOf" srcId="{26E679FA-A291-4122-A714-2AAB7B88BEF6}" destId="{87E54C46-F777-47EE-B556-5415593B4714}" srcOrd="0" destOrd="0" presId="urn:microsoft.com/office/officeart/2005/8/layout/vList5"/>
    <dgm:cxn modelId="{8233FFDA-2DFA-4BB0-9F4B-1B1582971BA8}" type="presParOf" srcId="{13835F68-11C6-4006-88E2-75A4DBE4CA4D}" destId="{D016311E-F5BA-43C4-9BBA-2DD0907030E3}" srcOrd="5" destOrd="0" presId="urn:microsoft.com/office/officeart/2005/8/layout/vList5"/>
    <dgm:cxn modelId="{BCE40B7F-F760-4680-89BA-81686C74842F}" type="presParOf" srcId="{13835F68-11C6-4006-88E2-75A4DBE4CA4D}" destId="{E32CAF5B-C5F6-48CF-BC4C-5BABF3223405}" srcOrd="6" destOrd="0" presId="urn:microsoft.com/office/officeart/2005/8/layout/vList5"/>
    <dgm:cxn modelId="{D556729B-6A37-4350-AE92-FCB8886BFB6F}" type="presParOf" srcId="{E32CAF5B-C5F6-48CF-BC4C-5BABF3223405}" destId="{24C812B8-38EF-40E4-90C5-997F65B0AEB4}" srcOrd="0" destOrd="0" presId="urn:microsoft.com/office/officeart/2005/8/layout/vList5"/>
    <dgm:cxn modelId="{F01E2C3F-613D-4FEF-A77A-8716598153C6}" type="presParOf" srcId="{13835F68-11C6-4006-88E2-75A4DBE4CA4D}" destId="{AD5645B4-96EF-40CE-9275-0DC6627B16AC}" srcOrd="7" destOrd="0" presId="urn:microsoft.com/office/officeart/2005/8/layout/vList5"/>
    <dgm:cxn modelId="{C43D11CD-965F-4EE8-8C15-5114816837BC}" type="presParOf" srcId="{13835F68-11C6-4006-88E2-75A4DBE4CA4D}" destId="{C69381B0-BDF8-43EE-B39B-6537725B31D8}" srcOrd="8" destOrd="0" presId="urn:microsoft.com/office/officeart/2005/8/layout/vList5"/>
    <dgm:cxn modelId="{94F3BBF6-BE38-4D18-9203-5FE53343A30F}" type="presParOf" srcId="{C69381B0-BDF8-43EE-B39B-6537725B31D8}" destId="{54959B5C-2B49-4B67-9974-618B33383A4D}" srcOrd="0" destOrd="0" presId="urn:microsoft.com/office/officeart/2005/8/layout/vList5"/>
    <dgm:cxn modelId="{BDDDC3CD-ABE4-4B50-859D-545E5BBE1C9F}" type="presParOf" srcId="{13835F68-11C6-4006-88E2-75A4DBE4CA4D}" destId="{1E085A2E-0BBE-45B3-8A0C-479F20E891FD}" srcOrd="9" destOrd="0" presId="urn:microsoft.com/office/officeart/2005/8/layout/vList5"/>
    <dgm:cxn modelId="{8D074141-F05C-4099-8101-536E009E8B93}" type="presParOf" srcId="{13835F68-11C6-4006-88E2-75A4DBE4CA4D}" destId="{F6537F5A-4594-40F0-A671-51F995354119}" srcOrd="10" destOrd="0" presId="urn:microsoft.com/office/officeart/2005/8/layout/vList5"/>
    <dgm:cxn modelId="{FB10B61F-97B9-4048-9FA1-B5B5EDD1F0D4}" type="presParOf" srcId="{F6537F5A-4594-40F0-A671-51F995354119}" destId="{6BDDAE44-B84E-4AF6-8729-07E77EC885D9}" srcOrd="0" destOrd="0" presId="urn:microsoft.com/office/officeart/2005/8/layout/vList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728885-D49E-4F3A-A835-0778ED05F102}">
      <dsp:nvSpPr>
        <dsp:cNvPr id="0" name=""/>
        <dsp:cNvSpPr/>
      </dsp:nvSpPr>
      <dsp:spPr>
        <a:xfrm>
          <a:off x="2227852" y="529696"/>
          <a:ext cx="407777" cy="91440"/>
        </a:xfrm>
        <a:custGeom>
          <a:avLst/>
          <a:gdLst/>
          <a:ahLst/>
          <a:cxnLst/>
          <a:rect l="0" t="0" r="0" b="0"/>
          <a:pathLst>
            <a:path>
              <a:moveTo>
                <a:pt x="0" y="45720"/>
              </a:moveTo>
              <a:lnTo>
                <a:pt x="407777"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20781" y="573224"/>
        <a:ext cx="21918" cy="4383"/>
      </dsp:txXfrm>
    </dsp:sp>
    <dsp:sp modelId="{6C307C19-A8DB-429C-A430-31F1A8CBF97C}">
      <dsp:nvSpPr>
        <dsp:cNvPr id="0" name=""/>
        <dsp:cNvSpPr/>
      </dsp:nvSpPr>
      <dsp:spPr>
        <a:xfrm>
          <a:off x="323664" y="3619"/>
          <a:ext cx="1905988" cy="114359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395" tIns="98035" rIns="93395" bIns="98035" numCol="1" spcCol="1270" anchor="ctr" anchorCtr="0">
          <a:noAutofit/>
        </a:bodyPr>
        <a:lstStyle/>
        <a:p>
          <a:pPr marL="0" lvl="0" indent="0" algn="ctr" defTabSz="622300">
            <a:lnSpc>
              <a:spcPct val="90000"/>
            </a:lnSpc>
            <a:spcBef>
              <a:spcPct val="0"/>
            </a:spcBef>
            <a:spcAft>
              <a:spcPct val="35000"/>
            </a:spcAft>
            <a:buNone/>
          </a:pPr>
          <a:r>
            <a:rPr lang="en-IN" sz="1400" kern="1200"/>
            <a:t>MAKING ALL THE NECESSARY IMPORTS</a:t>
          </a:r>
          <a:endParaRPr lang="en-US" sz="1400" kern="1200"/>
        </a:p>
      </dsp:txBody>
      <dsp:txXfrm>
        <a:off x="323664" y="3619"/>
        <a:ext cx="1905988" cy="1143592"/>
      </dsp:txXfrm>
    </dsp:sp>
    <dsp:sp modelId="{97E0EE48-B30C-4461-B29A-D89F0026A3E7}">
      <dsp:nvSpPr>
        <dsp:cNvPr id="0" name=""/>
        <dsp:cNvSpPr/>
      </dsp:nvSpPr>
      <dsp:spPr>
        <a:xfrm>
          <a:off x="4572218" y="529696"/>
          <a:ext cx="407777" cy="91440"/>
        </a:xfrm>
        <a:custGeom>
          <a:avLst/>
          <a:gdLst/>
          <a:ahLst/>
          <a:cxnLst/>
          <a:rect l="0" t="0" r="0" b="0"/>
          <a:pathLst>
            <a:path>
              <a:moveTo>
                <a:pt x="0" y="45720"/>
              </a:moveTo>
              <a:lnTo>
                <a:pt x="407777" y="45720"/>
              </a:lnTo>
            </a:path>
          </a:pathLst>
        </a:custGeom>
        <a:noFill/>
        <a:ln w="6350" cap="flat" cmpd="sng" algn="ctr">
          <a:solidFill>
            <a:schemeClr val="accent2">
              <a:hueOff val="-181920"/>
              <a:satOff val="-10491"/>
              <a:lumOff val="107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65147" y="573224"/>
        <a:ext cx="21918" cy="4383"/>
      </dsp:txXfrm>
    </dsp:sp>
    <dsp:sp modelId="{4848ADDD-1903-44A0-897B-6F7F2D81D3CB}">
      <dsp:nvSpPr>
        <dsp:cNvPr id="0" name=""/>
        <dsp:cNvSpPr/>
      </dsp:nvSpPr>
      <dsp:spPr>
        <a:xfrm>
          <a:off x="2668029" y="3619"/>
          <a:ext cx="1905988" cy="1143592"/>
        </a:xfrm>
        <a:prstGeom prst="rect">
          <a:avLst/>
        </a:prstGeom>
        <a:solidFill>
          <a:schemeClr val="accent2">
            <a:hueOff val="-161707"/>
            <a:satOff val="-9325"/>
            <a:lumOff val="9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395" tIns="98035" rIns="93395" bIns="98035" numCol="1" spcCol="1270" anchor="ctr" anchorCtr="0">
          <a:noAutofit/>
        </a:bodyPr>
        <a:lstStyle/>
        <a:p>
          <a:pPr marL="0" lvl="0" indent="0" algn="ctr" defTabSz="622300">
            <a:lnSpc>
              <a:spcPct val="90000"/>
            </a:lnSpc>
            <a:spcBef>
              <a:spcPct val="0"/>
            </a:spcBef>
            <a:spcAft>
              <a:spcPct val="35000"/>
            </a:spcAft>
            <a:buNone/>
          </a:pPr>
          <a:r>
            <a:rPr lang="en-IN" sz="1400" kern="1200"/>
            <a:t>DATAFRAME GENERATION</a:t>
          </a:r>
          <a:endParaRPr lang="en-US" sz="1400" kern="1200"/>
        </a:p>
      </dsp:txBody>
      <dsp:txXfrm>
        <a:off x="2668029" y="3619"/>
        <a:ext cx="1905988" cy="1143592"/>
      </dsp:txXfrm>
    </dsp:sp>
    <dsp:sp modelId="{3BAE9F73-658C-4A9B-B756-93C486765147}">
      <dsp:nvSpPr>
        <dsp:cNvPr id="0" name=""/>
        <dsp:cNvSpPr/>
      </dsp:nvSpPr>
      <dsp:spPr>
        <a:xfrm>
          <a:off x="1276658" y="1145412"/>
          <a:ext cx="4688731" cy="407777"/>
        </a:xfrm>
        <a:custGeom>
          <a:avLst/>
          <a:gdLst/>
          <a:ahLst/>
          <a:cxnLst/>
          <a:rect l="0" t="0" r="0" b="0"/>
          <a:pathLst>
            <a:path>
              <a:moveTo>
                <a:pt x="4688731" y="0"/>
              </a:moveTo>
              <a:lnTo>
                <a:pt x="4688731" y="220988"/>
              </a:lnTo>
              <a:lnTo>
                <a:pt x="0" y="220988"/>
              </a:lnTo>
              <a:lnTo>
                <a:pt x="0" y="407777"/>
              </a:lnTo>
            </a:path>
          </a:pathLst>
        </a:custGeom>
        <a:noFill/>
        <a:ln w="6350" cap="flat" cmpd="sng" algn="ctr">
          <a:solidFill>
            <a:schemeClr val="accent2">
              <a:hueOff val="-363841"/>
              <a:satOff val="-20982"/>
              <a:lumOff val="2157"/>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03294" y="1347109"/>
        <a:ext cx="235458" cy="4383"/>
      </dsp:txXfrm>
    </dsp:sp>
    <dsp:sp modelId="{7EC47267-68F0-4398-A933-40DB822D821B}">
      <dsp:nvSpPr>
        <dsp:cNvPr id="0" name=""/>
        <dsp:cNvSpPr/>
      </dsp:nvSpPr>
      <dsp:spPr>
        <a:xfrm>
          <a:off x="5012395" y="3619"/>
          <a:ext cx="1905988" cy="1143592"/>
        </a:xfrm>
        <a:prstGeom prst="rect">
          <a:avLst/>
        </a:prstGeom>
        <a:solidFill>
          <a:schemeClr val="accent2">
            <a:hueOff val="-323414"/>
            <a:satOff val="-18651"/>
            <a:lumOff val="19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395" tIns="98035" rIns="93395" bIns="98035" numCol="1" spcCol="1270" anchor="ctr" anchorCtr="0">
          <a:noAutofit/>
        </a:bodyPr>
        <a:lstStyle/>
        <a:p>
          <a:pPr marL="0" lvl="0" indent="0" algn="ctr" defTabSz="622300">
            <a:lnSpc>
              <a:spcPct val="90000"/>
            </a:lnSpc>
            <a:spcBef>
              <a:spcPct val="0"/>
            </a:spcBef>
            <a:spcAft>
              <a:spcPct val="35000"/>
            </a:spcAft>
            <a:buNone/>
          </a:pPr>
          <a:r>
            <a:rPr lang="en-IN" sz="1400" kern="1200"/>
            <a:t>TRIMMING THE SILENCE VOICES</a:t>
          </a:r>
          <a:endParaRPr lang="en-US" sz="1400" kern="1200"/>
        </a:p>
      </dsp:txBody>
      <dsp:txXfrm>
        <a:off x="5012395" y="3619"/>
        <a:ext cx="1905988" cy="1143592"/>
      </dsp:txXfrm>
    </dsp:sp>
    <dsp:sp modelId="{B3B8253F-16EF-4FAF-810C-219E22F2142A}">
      <dsp:nvSpPr>
        <dsp:cNvPr id="0" name=""/>
        <dsp:cNvSpPr/>
      </dsp:nvSpPr>
      <dsp:spPr>
        <a:xfrm>
          <a:off x="2227852" y="2111666"/>
          <a:ext cx="407777" cy="91440"/>
        </a:xfrm>
        <a:custGeom>
          <a:avLst/>
          <a:gdLst/>
          <a:ahLst/>
          <a:cxnLst/>
          <a:rect l="0" t="0" r="0" b="0"/>
          <a:pathLst>
            <a:path>
              <a:moveTo>
                <a:pt x="0" y="45720"/>
              </a:moveTo>
              <a:lnTo>
                <a:pt x="407777" y="45720"/>
              </a:lnTo>
            </a:path>
          </a:pathLst>
        </a:custGeom>
        <a:noFill/>
        <a:ln w="6350" cap="flat" cmpd="sng" algn="ctr">
          <a:solidFill>
            <a:schemeClr val="accent2">
              <a:hueOff val="-545761"/>
              <a:satOff val="-31473"/>
              <a:lumOff val="323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20781" y="2155194"/>
        <a:ext cx="21918" cy="4383"/>
      </dsp:txXfrm>
    </dsp:sp>
    <dsp:sp modelId="{DF69B7DD-25F1-41E7-8B45-E7B47A53ACB1}">
      <dsp:nvSpPr>
        <dsp:cNvPr id="0" name=""/>
        <dsp:cNvSpPr/>
      </dsp:nvSpPr>
      <dsp:spPr>
        <a:xfrm>
          <a:off x="323664" y="1585589"/>
          <a:ext cx="1905988" cy="1143592"/>
        </a:xfrm>
        <a:prstGeom prst="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395" tIns="98035" rIns="93395" bIns="98035" numCol="1" spcCol="1270" anchor="ctr" anchorCtr="0">
          <a:noAutofit/>
        </a:bodyPr>
        <a:lstStyle/>
        <a:p>
          <a:pPr marL="0" lvl="0" indent="0" algn="ctr" defTabSz="622300">
            <a:lnSpc>
              <a:spcPct val="90000"/>
            </a:lnSpc>
            <a:spcBef>
              <a:spcPct val="0"/>
            </a:spcBef>
            <a:spcAft>
              <a:spcPct val="35000"/>
            </a:spcAft>
            <a:buNone/>
          </a:pPr>
          <a:r>
            <a:rPr lang="en-IN" sz="1400" kern="1200"/>
            <a:t>PLOTTING WAVEFORM AND SPECTOGRAM</a:t>
          </a:r>
          <a:endParaRPr lang="en-US" sz="1400" kern="1200"/>
        </a:p>
      </dsp:txBody>
      <dsp:txXfrm>
        <a:off x="323664" y="1585589"/>
        <a:ext cx="1905988" cy="1143592"/>
      </dsp:txXfrm>
    </dsp:sp>
    <dsp:sp modelId="{12190B0E-E638-4F29-AE2E-F8CCA52AA343}">
      <dsp:nvSpPr>
        <dsp:cNvPr id="0" name=""/>
        <dsp:cNvSpPr/>
      </dsp:nvSpPr>
      <dsp:spPr>
        <a:xfrm>
          <a:off x="4572218" y="2111666"/>
          <a:ext cx="407777" cy="91440"/>
        </a:xfrm>
        <a:custGeom>
          <a:avLst/>
          <a:gdLst/>
          <a:ahLst/>
          <a:cxnLst/>
          <a:rect l="0" t="0" r="0" b="0"/>
          <a:pathLst>
            <a:path>
              <a:moveTo>
                <a:pt x="0" y="45720"/>
              </a:moveTo>
              <a:lnTo>
                <a:pt x="407777" y="45720"/>
              </a:lnTo>
            </a:path>
          </a:pathLst>
        </a:custGeom>
        <a:noFill/>
        <a:ln w="6350" cap="flat" cmpd="sng" algn="ctr">
          <a:solidFill>
            <a:schemeClr val="accent2">
              <a:hueOff val="-727682"/>
              <a:satOff val="-41964"/>
              <a:lumOff val="431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65147" y="2155194"/>
        <a:ext cx="21918" cy="4383"/>
      </dsp:txXfrm>
    </dsp:sp>
    <dsp:sp modelId="{BFE5CCF9-2609-46C5-B244-EF2A0B1C1B2D}">
      <dsp:nvSpPr>
        <dsp:cNvPr id="0" name=""/>
        <dsp:cNvSpPr/>
      </dsp:nvSpPr>
      <dsp:spPr>
        <a:xfrm>
          <a:off x="2668029" y="1585589"/>
          <a:ext cx="1905988" cy="1143592"/>
        </a:xfrm>
        <a:prstGeom prst="rect">
          <a:avLst/>
        </a:prstGeom>
        <a:solidFill>
          <a:schemeClr val="accent2">
            <a:hueOff val="-646828"/>
            <a:satOff val="-37301"/>
            <a:lumOff val="383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395" tIns="98035" rIns="93395" bIns="98035" numCol="1" spcCol="1270" anchor="ctr" anchorCtr="0">
          <a:noAutofit/>
        </a:bodyPr>
        <a:lstStyle/>
        <a:p>
          <a:pPr marL="0" lvl="0" indent="0" algn="ctr" defTabSz="622300">
            <a:lnSpc>
              <a:spcPct val="90000"/>
            </a:lnSpc>
            <a:spcBef>
              <a:spcPct val="0"/>
            </a:spcBef>
            <a:spcAft>
              <a:spcPct val="35000"/>
            </a:spcAft>
            <a:buNone/>
          </a:pPr>
          <a:r>
            <a:rPr lang="en-IN" sz="1400" kern="1200"/>
            <a:t>SELECTING THE TYPE OF LABEL SET</a:t>
          </a:r>
          <a:endParaRPr lang="en-US" sz="1400" kern="1200"/>
        </a:p>
      </dsp:txBody>
      <dsp:txXfrm>
        <a:off x="2668029" y="1585589"/>
        <a:ext cx="1905988" cy="1143592"/>
      </dsp:txXfrm>
    </dsp:sp>
    <dsp:sp modelId="{1F07E9C9-EA36-4651-A4C4-3D3FA7DEBAC5}">
      <dsp:nvSpPr>
        <dsp:cNvPr id="0" name=""/>
        <dsp:cNvSpPr/>
      </dsp:nvSpPr>
      <dsp:spPr>
        <a:xfrm>
          <a:off x="1276658" y="2727382"/>
          <a:ext cx="4688731" cy="407777"/>
        </a:xfrm>
        <a:custGeom>
          <a:avLst/>
          <a:gdLst/>
          <a:ahLst/>
          <a:cxnLst/>
          <a:rect l="0" t="0" r="0" b="0"/>
          <a:pathLst>
            <a:path>
              <a:moveTo>
                <a:pt x="4688731" y="0"/>
              </a:moveTo>
              <a:lnTo>
                <a:pt x="4688731" y="220988"/>
              </a:lnTo>
              <a:lnTo>
                <a:pt x="0" y="220988"/>
              </a:lnTo>
              <a:lnTo>
                <a:pt x="0" y="407777"/>
              </a:lnTo>
            </a:path>
          </a:pathLst>
        </a:custGeom>
        <a:noFill/>
        <a:ln w="6350" cap="flat" cmpd="sng" algn="ctr">
          <a:solidFill>
            <a:schemeClr val="accent2">
              <a:hueOff val="-909602"/>
              <a:satOff val="-52455"/>
              <a:lumOff val="539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03294" y="2929079"/>
        <a:ext cx="235458" cy="4383"/>
      </dsp:txXfrm>
    </dsp:sp>
    <dsp:sp modelId="{0FAAB0D3-6FBE-4919-9031-45785C50A25B}">
      <dsp:nvSpPr>
        <dsp:cNvPr id="0" name=""/>
        <dsp:cNvSpPr/>
      </dsp:nvSpPr>
      <dsp:spPr>
        <a:xfrm>
          <a:off x="5012395" y="1585589"/>
          <a:ext cx="1905988" cy="1143592"/>
        </a:xfrm>
        <a:prstGeom prst="rect">
          <a:avLst/>
        </a:prstGeom>
        <a:solidFill>
          <a:schemeClr val="accent2">
            <a:hueOff val="-808535"/>
            <a:satOff val="-46627"/>
            <a:lumOff val="47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395" tIns="98035" rIns="93395" bIns="98035" numCol="1" spcCol="1270" anchor="ctr" anchorCtr="0">
          <a:noAutofit/>
        </a:bodyPr>
        <a:lstStyle/>
        <a:p>
          <a:pPr marL="0" lvl="0" indent="0" algn="ctr" defTabSz="622300">
            <a:lnSpc>
              <a:spcPct val="90000"/>
            </a:lnSpc>
            <a:spcBef>
              <a:spcPct val="0"/>
            </a:spcBef>
            <a:spcAft>
              <a:spcPct val="35000"/>
            </a:spcAft>
            <a:buNone/>
          </a:pPr>
          <a:r>
            <a:rPr lang="en-IN" sz="1400" kern="1200"/>
            <a:t>EXTRACTING FEATURES (ASSIGNING LABELS TO THE DATASET) </a:t>
          </a:r>
          <a:endParaRPr lang="en-US" sz="1400" kern="1200"/>
        </a:p>
      </dsp:txBody>
      <dsp:txXfrm>
        <a:off x="5012395" y="1585589"/>
        <a:ext cx="1905988" cy="1143592"/>
      </dsp:txXfrm>
    </dsp:sp>
    <dsp:sp modelId="{3B96B253-9EBF-4321-9B17-9BDB03E45FC6}">
      <dsp:nvSpPr>
        <dsp:cNvPr id="0" name=""/>
        <dsp:cNvSpPr/>
      </dsp:nvSpPr>
      <dsp:spPr>
        <a:xfrm>
          <a:off x="2227852" y="3693636"/>
          <a:ext cx="407777" cy="91440"/>
        </a:xfrm>
        <a:custGeom>
          <a:avLst/>
          <a:gdLst/>
          <a:ahLst/>
          <a:cxnLst/>
          <a:rect l="0" t="0" r="0" b="0"/>
          <a:pathLst>
            <a:path>
              <a:moveTo>
                <a:pt x="0" y="45720"/>
              </a:moveTo>
              <a:lnTo>
                <a:pt x="407777" y="45720"/>
              </a:lnTo>
            </a:path>
          </a:pathLst>
        </a:custGeom>
        <a:noFill/>
        <a:ln w="6350" cap="flat" cmpd="sng" algn="ctr">
          <a:solidFill>
            <a:schemeClr val="accent2">
              <a:hueOff val="-1091522"/>
              <a:satOff val="-62946"/>
              <a:lumOff val="647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20781" y="3737164"/>
        <a:ext cx="21918" cy="4383"/>
      </dsp:txXfrm>
    </dsp:sp>
    <dsp:sp modelId="{0759099A-1DC7-41A7-B0A2-BDD53928642D}">
      <dsp:nvSpPr>
        <dsp:cNvPr id="0" name=""/>
        <dsp:cNvSpPr/>
      </dsp:nvSpPr>
      <dsp:spPr>
        <a:xfrm>
          <a:off x="323664" y="3167560"/>
          <a:ext cx="1905988" cy="1143592"/>
        </a:xfrm>
        <a:prstGeom prst="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395" tIns="98035" rIns="93395" bIns="98035" numCol="1" spcCol="1270" anchor="ctr" anchorCtr="0">
          <a:noAutofit/>
        </a:bodyPr>
        <a:lstStyle/>
        <a:p>
          <a:pPr marL="0" lvl="0" indent="0" algn="ctr" defTabSz="622300">
            <a:lnSpc>
              <a:spcPct val="90000"/>
            </a:lnSpc>
            <a:spcBef>
              <a:spcPct val="0"/>
            </a:spcBef>
            <a:spcAft>
              <a:spcPct val="35000"/>
            </a:spcAft>
            <a:buNone/>
          </a:pPr>
          <a:r>
            <a:rPr lang="en-IN" sz="1400" kern="1200"/>
            <a:t>USING AUGMENTATION METHODS</a:t>
          </a:r>
          <a:endParaRPr lang="en-US" sz="1400" kern="1200"/>
        </a:p>
      </dsp:txBody>
      <dsp:txXfrm>
        <a:off x="323664" y="3167560"/>
        <a:ext cx="1905988" cy="1143592"/>
      </dsp:txXfrm>
    </dsp:sp>
    <dsp:sp modelId="{099E2782-2C86-45C0-BFBC-2629366A830B}">
      <dsp:nvSpPr>
        <dsp:cNvPr id="0" name=""/>
        <dsp:cNvSpPr/>
      </dsp:nvSpPr>
      <dsp:spPr>
        <a:xfrm>
          <a:off x="4572218" y="3693636"/>
          <a:ext cx="407777" cy="91440"/>
        </a:xfrm>
        <a:custGeom>
          <a:avLst/>
          <a:gdLst/>
          <a:ahLst/>
          <a:cxnLst/>
          <a:rect l="0" t="0" r="0" b="0"/>
          <a:pathLst>
            <a:path>
              <a:moveTo>
                <a:pt x="0" y="45720"/>
              </a:moveTo>
              <a:lnTo>
                <a:pt x="407777" y="45720"/>
              </a:lnTo>
            </a:path>
          </a:pathLst>
        </a:custGeom>
        <a:noFill/>
        <a:ln w="6350" cap="flat" cmpd="sng" algn="ctr">
          <a:solidFill>
            <a:schemeClr val="accent2">
              <a:hueOff val="-1273443"/>
              <a:satOff val="-73437"/>
              <a:lumOff val="754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65147" y="3737164"/>
        <a:ext cx="21918" cy="4383"/>
      </dsp:txXfrm>
    </dsp:sp>
    <dsp:sp modelId="{39991E69-35AA-4C78-9A36-21AB53752E2E}">
      <dsp:nvSpPr>
        <dsp:cNvPr id="0" name=""/>
        <dsp:cNvSpPr/>
      </dsp:nvSpPr>
      <dsp:spPr>
        <a:xfrm>
          <a:off x="2668029" y="3167560"/>
          <a:ext cx="1905988" cy="1143592"/>
        </a:xfrm>
        <a:prstGeom prst="rect">
          <a:avLst/>
        </a:prstGeom>
        <a:solidFill>
          <a:schemeClr val="accent2">
            <a:hueOff val="-1131949"/>
            <a:satOff val="-65277"/>
            <a:lumOff val="671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395" tIns="98035" rIns="93395" bIns="98035" numCol="1" spcCol="1270" anchor="ctr" anchorCtr="0">
          <a:noAutofit/>
        </a:bodyPr>
        <a:lstStyle/>
        <a:p>
          <a:pPr marL="0" lvl="0" indent="0" algn="ctr" defTabSz="622300">
            <a:lnSpc>
              <a:spcPct val="90000"/>
            </a:lnSpc>
            <a:spcBef>
              <a:spcPct val="0"/>
            </a:spcBef>
            <a:spcAft>
              <a:spcPct val="35000"/>
            </a:spcAft>
            <a:buNone/>
          </a:pPr>
          <a:r>
            <a:rPr lang="en-IN" sz="1400" kern="1200" dirty="0"/>
            <a:t>STRATIFIED SHUFFLE SPLIT (SPLITTING DATASET INTO TESTING AND TRAINING DATA)</a:t>
          </a:r>
          <a:endParaRPr lang="en-US" sz="1400" kern="1200" dirty="0"/>
        </a:p>
      </dsp:txBody>
      <dsp:txXfrm>
        <a:off x="2668029" y="3167560"/>
        <a:ext cx="1905988" cy="1143592"/>
      </dsp:txXfrm>
    </dsp:sp>
    <dsp:sp modelId="{7CD3C92E-E1CE-4AA1-97F6-90B3F2C0F328}">
      <dsp:nvSpPr>
        <dsp:cNvPr id="0" name=""/>
        <dsp:cNvSpPr/>
      </dsp:nvSpPr>
      <dsp:spPr>
        <a:xfrm>
          <a:off x="1276658" y="4309353"/>
          <a:ext cx="4688731" cy="407777"/>
        </a:xfrm>
        <a:custGeom>
          <a:avLst/>
          <a:gdLst/>
          <a:ahLst/>
          <a:cxnLst/>
          <a:rect l="0" t="0" r="0" b="0"/>
          <a:pathLst>
            <a:path>
              <a:moveTo>
                <a:pt x="4688731" y="0"/>
              </a:moveTo>
              <a:lnTo>
                <a:pt x="4688731" y="220988"/>
              </a:lnTo>
              <a:lnTo>
                <a:pt x="0" y="220988"/>
              </a:lnTo>
              <a:lnTo>
                <a:pt x="0" y="407777"/>
              </a:lnTo>
            </a:path>
          </a:pathLst>
        </a:custGeom>
        <a:noFill/>
        <a:ln w="6350" cap="flat" cmpd="sng" algn="ctr">
          <a:solidFill>
            <a:schemeClr val="accent2">
              <a:hueOff val="-1455363"/>
              <a:satOff val="-83928"/>
              <a:lumOff val="862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03294" y="4511049"/>
        <a:ext cx="235458" cy="4383"/>
      </dsp:txXfrm>
    </dsp:sp>
    <dsp:sp modelId="{AE06F9AE-5DE6-43C6-A40E-E8E39BBFD132}">
      <dsp:nvSpPr>
        <dsp:cNvPr id="0" name=""/>
        <dsp:cNvSpPr/>
      </dsp:nvSpPr>
      <dsp:spPr>
        <a:xfrm>
          <a:off x="5012395" y="3167560"/>
          <a:ext cx="1905988" cy="1143592"/>
        </a:xfrm>
        <a:prstGeom prst="rect">
          <a:avLst/>
        </a:prstGeom>
        <a:solidFill>
          <a:schemeClr val="accent2">
            <a:hueOff val="-1293656"/>
            <a:satOff val="-74603"/>
            <a:lumOff val="76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395" tIns="98035" rIns="93395" bIns="98035" numCol="1" spcCol="1270" anchor="ctr" anchorCtr="0">
          <a:noAutofit/>
        </a:bodyPr>
        <a:lstStyle/>
        <a:p>
          <a:pPr marL="0" lvl="0" indent="0" algn="ctr" defTabSz="622300">
            <a:lnSpc>
              <a:spcPct val="90000"/>
            </a:lnSpc>
            <a:spcBef>
              <a:spcPct val="0"/>
            </a:spcBef>
            <a:spcAft>
              <a:spcPct val="35000"/>
            </a:spcAft>
            <a:buNone/>
          </a:pPr>
          <a:r>
            <a:rPr lang="en-IN" sz="1400" kern="1200"/>
            <a:t>MODEL GENERATION AND TRAINING</a:t>
          </a:r>
          <a:endParaRPr lang="en-US" sz="1400" kern="1200"/>
        </a:p>
      </dsp:txBody>
      <dsp:txXfrm>
        <a:off x="5012395" y="3167560"/>
        <a:ext cx="1905988" cy="1143592"/>
      </dsp:txXfrm>
    </dsp:sp>
    <dsp:sp modelId="{ACAA4715-3F6D-42BD-AED2-8D7239193870}">
      <dsp:nvSpPr>
        <dsp:cNvPr id="0" name=""/>
        <dsp:cNvSpPr/>
      </dsp:nvSpPr>
      <dsp:spPr>
        <a:xfrm>
          <a:off x="323664" y="4749530"/>
          <a:ext cx="1905988" cy="1143592"/>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395" tIns="98035" rIns="93395" bIns="98035" numCol="1" spcCol="1270" anchor="ctr" anchorCtr="0">
          <a:noAutofit/>
        </a:bodyPr>
        <a:lstStyle/>
        <a:p>
          <a:pPr marL="0" lvl="0" indent="0" algn="ctr" defTabSz="622300">
            <a:lnSpc>
              <a:spcPct val="90000"/>
            </a:lnSpc>
            <a:spcBef>
              <a:spcPct val="0"/>
            </a:spcBef>
            <a:spcAft>
              <a:spcPct val="35000"/>
            </a:spcAft>
            <a:buNone/>
          </a:pPr>
          <a:r>
            <a:rPr lang="en-IN" sz="1400" kern="1200"/>
            <a:t>CALLING THE PREDICTION FUNCTION FROM FLASK WEBPAGE</a:t>
          </a:r>
          <a:endParaRPr lang="en-US" sz="1400" kern="1200"/>
        </a:p>
      </dsp:txBody>
      <dsp:txXfrm>
        <a:off x="323664" y="4749530"/>
        <a:ext cx="1905988" cy="11435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C66D40-7035-4912-956D-7143E1749922}">
      <dsp:nvSpPr>
        <dsp:cNvPr id="0" name=""/>
        <dsp:cNvSpPr/>
      </dsp:nvSpPr>
      <dsp:spPr>
        <a:xfrm>
          <a:off x="528124" y="2753"/>
          <a:ext cx="2945618" cy="176737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1" kern="1200"/>
            <a:t>Pandas: </a:t>
          </a:r>
          <a:r>
            <a:rPr lang="en-IN" sz="1700" kern="1200"/>
            <a:t>used for data manipulation and analysis (data frame generation).</a:t>
          </a:r>
          <a:endParaRPr lang="en-US" sz="1700" kern="1200"/>
        </a:p>
      </dsp:txBody>
      <dsp:txXfrm>
        <a:off x="528124" y="2753"/>
        <a:ext cx="2945618" cy="1767370"/>
      </dsp:txXfrm>
    </dsp:sp>
    <dsp:sp modelId="{EF431C2B-9A16-40AD-9C1B-1CFCEC07EB15}">
      <dsp:nvSpPr>
        <dsp:cNvPr id="0" name=""/>
        <dsp:cNvSpPr/>
      </dsp:nvSpPr>
      <dsp:spPr>
        <a:xfrm>
          <a:off x="3768304" y="2753"/>
          <a:ext cx="2945618" cy="1767370"/>
        </a:xfrm>
        <a:prstGeom prst="rect">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1" kern="1200"/>
            <a:t>LibROSA: </a:t>
          </a:r>
          <a:r>
            <a:rPr lang="en-IN" sz="1700" kern="1200"/>
            <a:t>used</a:t>
          </a:r>
          <a:r>
            <a:rPr lang="en-IN" sz="1700" b="1" kern="1200"/>
            <a:t> </a:t>
          </a:r>
          <a:r>
            <a:rPr lang="en-IN" sz="1700" kern="1200"/>
            <a:t>for music and audio analysis. We can use it to display audio files in different formats such as waveform, spectrogram, colormap etc.</a:t>
          </a:r>
          <a:endParaRPr lang="en-US" sz="1700" kern="1200"/>
        </a:p>
      </dsp:txBody>
      <dsp:txXfrm>
        <a:off x="3768304" y="2753"/>
        <a:ext cx="2945618" cy="1767370"/>
      </dsp:txXfrm>
    </dsp:sp>
    <dsp:sp modelId="{E9EED0DF-A31C-4BE6-8A40-3B7D844F6D30}">
      <dsp:nvSpPr>
        <dsp:cNvPr id="0" name=""/>
        <dsp:cNvSpPr/>
      </dsp:nvSpPr>
      <dsp:spPr>
        <a:xfrm>
          <a:off x="528124" y="2064686"/>
          <a:ext cx="2945618" cy="1767370"/>
        </a:xfrm>
        <a:prstGeom prst="rect">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1" kern="1200"/>
            <a:t>Matplotlib: </a:t>
          </a:r>
          <a:r>
            <a:rPr lang="en-IN" sz="1700" kern="1200"/>
            <a:t>used for 2D plots of arrays. All the graphs (MFCC,spectrogram etc) have been plotted using matplotlib.</a:t>
          </a:r>
          <a:endParaRPr lang="en-US" sz="1700" kern="1200"/>
        </a:p>
      </dsp:txBody>
      <dsp:txXfrm>
        <a:off x="528124" y="2064686"/>
        <a:ext cx="2945618" cy="1767370"/>
      </dsp:txXfrm>
    </dsp:sp>
    <dsp:sp modelId="{9428FA1A-F881-47B1-B10D-DD0747807762}">
      <dsp:nvSpPr>
        <dsp:cNvPr id="0" name=""/>
        <dsp:cNvSpPr/>
      </dsp:nvSpPr>
      <dsp:spPr>
        <a:xfrm>
          <a:off x="3768304" y="2064686"/>
          <a:ext cx="2945618" cy="1767370"/>
        </a:xfrm>
        <a:prstGeom prst="rect">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1" kern="1200"/>
            <a:t>Sklearn: </a:t>
          </a:r>
          <a:r>
            <a:rPr lang="en-IN" sz="1700" kern="1200"/>
            <a:t>provides a range of supervised and unsupervised learning algorithm which can be imported in our code and can be used to build models. Also used in Stratified shuffle split.</a:t>
          </a:r>
          <a:endParaRPr lang="en-US" sz="1700" kern="1200"/>
        </a:p>
      </dsp:txBody>
      <dsp:txXfrm>
        <a:off x="3768304" y="2064686"/>
        <a:ext cx="2945618" cy="1767370"/>
      </dsp:txXfrm>
    </dsp:sp>
    <dsp:sp modelId="{0E58A8C1-1562-4EB8-853A-8C05DF4C96A2}">
      <dsp:nvSpPr>
        <dsp:cNvPr id="0" name=""/>
        <dsp:cNvSpPr/>
      </dsp:nvSpPr>
      <dsp:spPr>
        <a:xfrm>
          <a:off x="528124" y="4126618"/>
          <a:ext cx="2945618" cy="1767370"/>
        </a:xfrm>
        <a:prstGeom prst="rect">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1" kern="1200" dirty="0" err="1"/>
            <a:t>Keras</a:t>
          </a:r>
          <a:r>
            <a:rPr lang="en-IN" sz="1400" b="1" kern="1200" dirty="0"/>
            <a:t>: </a:t>
          </a:r>
          <a:r>
            <a:rPr lang="en-IN" sz="1300" kern="1200" dirty="0"/>
            <a:t>used for deep learning models. It provides high level APIs for building and training of deep learning models like neural networks. It is built on TensorFlow. We can use this library to quickly build neural networks without worrying about the internal aspects like algebra, optimization methods etc. </a:t>
          </a:r>
          <a:endParaRPr lang="en-US" sz="1300" kern="1200" dirty="0"/>
        </a:p>
      </dsp:txBody>
      <dsp:txXfrm>
        <a:off x="528124" y="4126618"/>
        <a:ext cx="2945618" cy="1767370"/>
      </dsp:txXfrm>
    </dsp:sp>
    <dsp:sp modelId="{B94C07A7-7401-4C96-A72E-9B73391B7153}">
      <dsp:nvSpPr>
        <dsp:cNvPr id="0" name=""/>
        <dsp:cNvSpPr/>
      </dsp:nvSpPr>
      <dsp:spPr>
        <a:xfrm>
          <a:off x="3768304" y="4126618"/>
          <a:ext cx="2945618" cy="1767370"/>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1" kern="1200" dirty="0"/>
            <a:t>Json: </a:t>
          </a:r>
          <a:r>
            <a:rPr lang="en-IN" sz="1700" kern="1200" dirty="0"/>
            <a:t>It is mainly used for serialization and deserialization of json files. We have used it to save our trained model for future use.</a:t>
          </a:r>
          <a:endParaRPr lang="en-US" sz="1700" kern="1200" dirty="0"/>
        </a:p>
      </dsp:txBody>
      <dsp:txXfrm>
        <a:off x="3768304" y="4126618"/>
        <a:ext cx="2945618" cy="17673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4EC869-D3FC-44A1-ADFE-45D40C7D443A}">
      <dsp:nvSpPr>
        <dsp:cNvPr id="0" name=""/>
        <dsp:cNvSpPr/>
      </dsp:nvSpPr>
      <dsp:spPr>
        <a:xfrm>
          <a:off x="1826420" y="1141"/>
          <a:ext cx="2054723" cy="664548"/>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kern="1200" dirty="0"/>
            <a:t>AMAZON EC2</a:t>
          </a:r>
        </a:p>
      </dsp:txBody>
      <dsp:txXfrm>
        <a:off x="1858861" y="33582"/>
        <a:ext cx="1989841" cy="599666"/>
      </dsp:txXfrm>
    </dsp:sp>
    <dsp:sp modelId="{174B3B96-F7EF-4F62-9093-2EB88D11E5EC}">
      <dsp:nvSpPr>
        <dsp:cNvPr id="0" name=""/>
        <dsp:cNvSpPr/>
      </dsp:nvSpPr>
      <dsp:spPr>
        <a:xfrm>
          <a:off x="1826420" y="698917"/>
          <a:ext cx="2054723" cy="664548"/>
        </a:xfrm>
        <a:prstGeom prst="roundRect">
          <a:avLst/>
        </a:prstGeom>
        <a:gradFill rotWithShape="0">
          <a:gsLst>
            <a:gs pos="0">
              <a:schemeClr val="accent5">
                <a:hueOff val="-1351709"/>
                <a:satOff val="-3484"/>
                <a:lumOff val="-2353"/>
                <a:alphaOff val="0"/>
                <a:satMod val="103000"/>
                <a:lumMod val="102000"/>
                <a:tint val="94000"/>
              </a:schemeClr>
            </a:gs>
            <a:gs pos="50000">
              <a:schemeClr val="accent5">
                <a:hueOff val="-1351709"/>
                <a:satOff val="-3484"/>
                <a:lumOff val="-2353"/>
                <a:alphaOff val="0"/>
                <a:satMod val="110000"/>
                <a:lumMod val="100000"/>
                <a:shade val="100000"/>
              </a:schemeClr>
            </a:gs>
            <a:gs pos="100000">
              <a:schemeClr val="accent5">
                <a:hueOff val="-1351709"/>
                <a:satOff val="-3484"/>
                <a:lumOff val="-235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kern="1200"/>
            <a:t>PYTHON</a:t>
          </a:r>
        </a:p>
      </dsp:txBody>
      <dsp:txXfrm>
        <a:off x="1858861" y="731358"/>
        <a:ext cx="1989841" cy="599666"/>
      </dsp:txXfrm>
    </dsp:sp>
    <dsp:sp modelId="{87E54C46-F777-47EE-B556-5415593B4714}">
      <dsp:nvSpPr>
        <dsp:cNvPr id="0" name=""/>
        <dsp:cNvSpPr/>
      </dsp:nvSpPr>
      <dsp:spPr>
        <a:xfrm>
          <a:off x="1826420" y="1396693"/>
          <a:ext cx="2054723" cy="664548"/>
        </a:xfrm>
        <a:prstGeom prst="roundRect">
          <a:avLst/>
        </a:prstGeom>
        <a:gradFill rotWithShape="0">
          <a:gsLst>
            <a:gs pos="0">
              <a:schemeClr val="accent5">
                <a:hueOff val="-2703417"/>
                <a:satOff val="-6968"/>
                <a:lumOff val="-4706"/>
                <a:alphaOff val="0"/>
                <a:satMod val="103000"/>
                <a:lumMod val="102000"/>
                <a:tint val="94000"/>
              </a:schemeClr>
            </a:gs>
            <a:gs pos="50000">
              <a:schemeClr val="accent5">
                <a:hueOff val="-2703417"/>
                <a:satOff val="-6968"/>
                <a:lumOff val="-4706"/>
                <a:alphaOff val="0"/>
                <a:satMod val="110000"/>
                <a:lumMod val="100000"/>
                <a:shade val="100000"/>
              </a:schemeClr>
            </a:gs>
            <a:gs pos="100000">
              <a:schemeClr val="accent5">
                <a:hueOff val="-2703417"/>
                <a:satOff val="-6968"/>
                <a:lumOff val="-470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kern="1200"/>
            <a:t>LINUX</a:t>
          </a:r>
        </a:p>
      </dsp:txBody>
      <dsp:txXfrm>
        <a:off x="1858861" y="1429134"/>
        <a:ext cx="1989841" cy="599666"/>
      </dsp:txXfrm>
    </dsp:sp>
    <dsp:sp modelId="{24C812B8-38EF-40E4-90C5-997F65B0AEB4}">
      <dsp:nvSpPr>
        <dsp:cNvPr id="0" name=""/>
        <dsp:cNvSpPr/>
      </dsp:nvSpPr>
      <dsp:spPr>
        <a:xfrm>
          <a:off x="1826420" y="2094470"/>
          <a:ext cx="2054723" cy="664548"/>
        </a:xfrm>
        <a:prstGeom prst="roundRect">
          <a:avLst/>
        </a:prstGeom>
        <a:gradFill rotWithShape="0">
          <a:gsLst>
            <a:gs pos="0">
              <a:schemeClr val="accent5">
                <a:hueOff val="-4055126"/>
                <a:satOff val="-10451"/>
                <a:lumOff val="-7059"/>
                <a:alphaOff val="0"/>
                <a:satMod val="103000"/>
                <a:lumMod val="102000"/>
                <a:tint val="94000"/>
              </a:schemeClr>
            </a:gs>
            <a:gs pos="50000">
              <a:schemeClr val="accent5">
                <a:hueOff val="-4055126"/>
                <a:satOff val="-10451"/>
                <a:lumOff val="-7059"/>
                <a:alphaOff val="0"/>
                <a:satMod val="110000"/>
                <a:lumMod val="100000"/>
                <a:shade val="100000"/>
              </a:schemeClr>
            </a:gs>
            <a:gs pos="100000">
              <a:schemeClr val="accent5">
                <a:hueOff val="-4055126"/>
                <a:satOff val="-10451"/>
                <a:lumOff val="-705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kern="1200"/>
            <a:t>FLASK</a:t>
          </a:r>
        </a:p>
      </dsp:txBody>
      <dsp:txXfrm>
        <a:off x="1858861" y="2126911"/>
        <a:ext cx="1989841" cy="599666"/>
      </dsp:txXfrm>
    </dsp:sp>
    <dsp:sp modelId="{54959B5C-2B49-4B67-9974-618B33383A4D}">
      <dsp:nvSpPr>
        <dsp:cNvPr id="0" name=""/>
        <dsp:cNvSpPr/>
      </dsp:nvSpPr>
      <dsp:spPr>
        <a:xfrm>
          <a:off x="1826420" y="2792246"/>
          <a:ext cx="2054723" cy="664548"/>
        </a:xfrm>
        <a:prstGeom prst="roundRect">
          <a:avLst/>
        </a:prstGeom>
        <a:gradFill rotWithShape="0">
          <a:gsLst>
            <a:gs pos="0">
              <a:schemeClr val="accent5">
                <a:hueOff val="-5406834"/>
                <a:satOff val="-13935"/>
                <a:lumOff val="-9412"/>
                <a:alphaOff val="0"/>
                <a:satMod val="103000"/>
                <a:lumMod val="102000"/>
                <a:tint val="94000"/>
              </a:schemeClr>
            </a:gs>
            <a:gs pos="50000">
              <a:schemeClr val="accent5">
                <a:hueOff val="-5406834"/>
                <a:satOff val="-13935"/>
                <a:lumOff val="-9412"/>
                <a:alphaOff val="0"/>
                <a:satMod val="110000"/>
                <a:lumMod val="100000"/>
                <a:shade val="100000"/>
              </a:schemeClr>
            </a:gs>
            <a:gs pos="100000">
              <a:schemeClr val="accent5">
                <a:hueOff val="-5406834"/>
                <a:satOff val="-13935"/>
                <a:lumOff val="-941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kern="1200"/>
            <a:t>PuTTY</a:t>
          </a:r>
        </a:p>
      </dsp:txBody>
      <dsp:txXfrm>
        <a:off x="1858861" y="2824687"/>
        <a:ext cx="1989841" cy="599666"/>
      </dsp:txXfrm>
    </dsp:sp>
    <dsp:sp modelId="{6BDDAE44-B84E-4AF6-8729-07E77EC885D9}">
      <dsp:nvSpPr>
        <dsp:cNvPr id="0" name=""/>
        <dsp:cNvSpPr/>
      </dsp:nvSpPr>
      <dsp:spPr>
        <a:xfrm>
          <a:off x="1826420" y="3490022"/>
          <a:ext cx="2054723" cy="664548"/>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kern="1200"/>
            <a:t>PuTTYgen</a:t>
          </a:r>
        </a:p>
      </dsp:txBody>
      <dsp:txXfrm>
        <a:off x="1858861" y="3522463"/>
        <a:ext cx="1989841" cy="599666"/>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9A869-E760-4A35-9E6D-564031A0E4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8BA2FF0-9D88-4168-A76F-60F7248EA6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6684479-636C-46CD-BD2B-E7AC273B578D}"/>
              </a:ext>
            </a:extLst>
          </p:cNvPr>
          <p:cNvSpPr>
            <a:spLocks noGrp="1"/>
          </p:cNvSpPr>
          <p:nvPr>
            <p:ph type="dt" sz="half" idx="10"/>
          </p:nvPr>
        </p:nvSpPr>
        <p:spPr/>
        <p:txBody>
          <a:bodyPr/>
          <a:lstStyle/>
          <a:p>
            <a:fld id="{EFB9B742-BC38-48A4-BB68-92D1417F0877}" type="datetimeFigureOut">
              <a:rPr lang="en-IN" smtClean="0"/>
              <a:t>18/05/20</a:t>
            </a:fld>
            <a:endParaRPr lang="en-IN"/>
          </a:p>
        </p:txBody>
      </p:sp>
      <p:sp>
        <p:nvSpPr>
          <p:cNvPr id="5" name="Footer Placeholder 4">
            <a:extLst>
              <a:ext uri="{FF2B5EF4-FFF2-40B4-BE49-F238E27FC236}">
                <a16:creationId xmlns:a16="http://schemas.microsoft.com/office/drawing/2014/main" id="{D3A535FE-8A18-49E9-B91F-FDD51C4347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3CC3AA-F48B-46AC-93BC-5F4CFF9BAE02}"/>
              </a:ext>
            </a:extLst>
          </p:cNvPr>
          <p:cNvSpPr>
            <a:spLocks noGrp="1"/>
          </p:cNvSpPr>
          <p:nvPr>
            <p:ph type="sldNum" sz="quarter" idx="12"/>
          </p:nvPr>
        </p:nvSpPr>
        <p:spPr/>
        <p:txBody>
          <a:bodyPr/>
          <a:lstStyle/>
          <a:p>
            <a:fld id="{7D664679-1503-42C2-81D2-CB33551514F3}" type="slidenum">
              <a:rPr lang="en-IN" smtClean="0"/>
              <a:t>‹#›</a:t>
            </a:fld>
            <a:endParaRPr lang="en-IN"/>
          </a:p>
        </p:txBody>
      </p:sp>
    </p:spTree>
    <p:extLst>
      <p:ext uri="{BB962C8B-B14F-4D97-AF65-F5344CB8AC3E}">
        <p14:creationId xmlns:p14="http://schemas.microsoft.com/office/powerpoint/2010/main" val="1343132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043A7-A854-4BE3-99B7-822AABA38D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905972-A625-428C-B564-91A8A2C440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A92A11-C313-41B0-86FF-C656D4854308}"/>
              </a:ext>
            </a:extLst>
          </p:cNvPr>
          <p:cNvSpPr>
            <a:spLocks noGrp="1"/>
          </p:cNvSpPr>
          <p:nvPr>
            <p:ph type="dt" sz="half" idx="10"/>
          </p:nvPr>
        </p:nvSpPr>
        <p:spPr/>
        <p:txBody>
          <a:bodyPr/>
          <a:lstStyle/>
          <a:p>
            <a:fld id="{EFB9B742-BC38-48A4-BB68-92D1417F0877}" type="datetimeFigureOut">
              <a:rPr lang="en-IN" smtClean="0"/>
              <a:t>18/05/20</a:t>
            </a:fld>
            <a:endParaRPr lang="en-IN"/>
          </a:p>
        </p:txBody>
      </p:sp>
      <p:sp>
        <p:nvSpPr>
          <p:cNvPr id="5" name="Footer Placeholder 4">
            <a:extLst>
              <a:ext uri="{FF2B5EF4-FFF2-40B4-BE49-F238E27FC236}">
                <a16:creationId xmlns:a16="http://schemas.microsoft.com/office/drawing/2014/main" id="{E49D3DA8-DC01-4634-8FDA-EA4D9742D9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FCE444-3B55-4877-8540-A2729D50F7BF}"/>
              </a:ext>
            </a:extLst>
          </p:cNvPr>
          <p:cNvSpPr>
            <a:spLocks noGrp="1"/>
          </p:cNvSpPr>
          <p:nvPr>
            <p:ph type="sldNum" sz="quarter" idx="12"/>
          </p:nvPr>
        </p:nvSpPr>
        <p:spPr/>
        <p:txBody>
          <a:bodyPr/>
          <a:lstStyle/>
          <a:p>
            <a:fld id="{7D664679-1503-42C2-81D2-CB33551514F3}" type="slidenum">
              <a:rPr lang="en-IN" smtClean="0"/>
              <a:t>‹#›</a:t>
            </a:fld>
            <a:endParaRPr lang="en-IN"/>
          </a:p>
        </p:txBody>
      </p:sp>
    </p:spTree>
    <p:extLst>
      <p:ext uri="{BB962C8B-B14F-4D97-AF65-F5344CB8AC3E}">
        <p14:creationId xmlns:p14="http://schemas.microsoft.com/office/powerpoint/2010/main" val="1583594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374C1-3930-4B5B-979D-88CDDD6E52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47116AE-6F5E-4B34-A384-F6395FF3C0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DD6A05-E44A-4DC0-961E-383B83807A9C}"/>
              </a:ext>
            </a:extLst>
          </p:cNvPr>
          <p:cNvSpPr>
            <a:spLocks noGrp="1"/>
          </p:cNvSpPr>
          <p:nvPr>
            <p:ph type="dt" sz="half" idx="10"/>
          </p:nvPr>
        </p:nvSpPr>
        <p:spPr/>
        <p:txBody>
          <a:bodyPr/>
          <a:lstStyle/>
          <a:p>
            <a:fld id="{EFB9B742-BC38-48A4-BB68-92D1417F0877}" type="datetimeFigureOut">
              <a:rPr lang="en-IN" smtClean="0"/>
              <a:t>18/05/20</a:t>
            </a:fld>
            <a:endParaRPr lang="en-IN"/>
          </a:p>
        </p:txBody>
      </p:sp>
      <p:sp>
        <p:nvSpPr>
          <p:cNvPr id="5" name="Footer Placeholder 4">
            <a:extLst>
              <a:ext uri="{FF2B5EF4-FFF2-40B4-BE49-F238E27FC236}">
                <a16:creationId xmlns:a16="http://schemas.microsoft.com/office/drawing/2014/main" id="{459E7AFB-50BC-4D9A-956D-80B6DC2524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BA6917-2E5C-4B75-8250-5849C34C9D2A}"/>
              </a:ext>
            </a:extLst>
          </p:cNvPr>
          <p:cNvSpPr>
            <a:spLocks noGrp="1"/>
          </p:cNvSpPr>
          <p:nvPr>
            <p:ph type="sldNum" sz="quarter" idx="12"/>
          </p:nvPr>
        </p:nvSpPr>
        <p:spPr/>
        <p:txBody>
          <a:bodyPr/>
          <a:lstStyle/>
          <a:p>
            <a:fld id="{7D664679-1503-42C2-81D2-CB33551514F3}" type="slidenum">
              <a:rPr lang="en-IN" smtClean="0"/>
              <a:t>‹#›</a:t>
            </a:fld>
            <a:endParaRPr lang="en-IN"/>
          </a:p>
        </p:txBody>
      </p:sp>
    </p:spTree>
    <p:extLst>
      <p:ext uri="{BB962C8B-B14F-4D97-AF65-F5344CB8AC3E}">
        <p14:creationId xmlns:p14="http://schemas.microsoft.com/office/powerpoint/2010/main" val="2416416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5D5CE-72D3-47EC-A469-C8DCA4F5ADD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19406C-6CEC-45D6-B347-0DA28388DD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71F7143-7605-403E-A79F-C9C54A98CF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426A4C8-886D-404F-9394-BDBE699228E1}"/>
              </a:ext>
            </a:extLst>
          </p:cNvPr>
          <p:cNvSpPr>
            <a:spLocks noGrp="1"/>
          </p:cNvSpPr>
          <p:nvPr>
            <p:ph type="dt" sz="half" idx="10"/>
          </p:nvPr>
        </p:nvSpPr>
        <p:spPr/>
        <p:txBody>
          <a:bodyPr/>
          <a:lstStyle/>
          <a:p>
            <a:fld id="{EFB9B742-BC38-48A4-BB68-92D1417F0877}" type="datetimeFigureOut">
              <a:rPr lang="en-IN" smtClean="0"/>
              <a:t>18/05/20</a:t>
            </a:fld>
            <a:endParaRPr lang="en-IN"/>
          </a:p>
        </p:txBody>
      </p:sp>
      <p:sp>
        <p:nvSpPr>
          <p:cNvPr id="6" name="Footer Placeholder 5">
            <a:extLst>
              <a:ext uri="{FF2B5EF4-FFF2-40B4-BE49-F238E27FC236}">
                <a16:creationId xmlns:a16="http://schemas.microsoft.com/office/drawing/2014/main" id="{4F204C4B-6D3D-4F18-9F6A-BC73AAA792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763829-B67E-48E2-83FC-B5EE9FAD4D5D}"/>
              </a:ext>
            </a:extLst>
          </p:cNvPr>
          <p:cNvSpPr>
            <a:spLocks noGrp="1"/>
          </p:cNvSpPr>
          <p:nvPr>
            <p:ph type="sldNum" sz="quarter" idx="12"/>
          </p:nvPr>
        </p:nvSpPr>
        <p:spPr/>
        <p:txBody>
          <a:bodyPr/>
          <a:lstStyle/>
          <a:p>
            <a:fld id="{7D664679-1503-42C2-81D2-CB33551514F3}" type="slidenum">
              <a:rPr lang="en-IN" smtClean="0"/>
              <a:t>‹#›</a:t>
            </a:fld>
            <a:endParaRPr lang="en-IN"/>
          </a:p>
        </p:txBody>
      </p:sp>
    </p:spTree>
    <p:extLst>
      <p:ext uri="{BB962C8B-B14F-4D97-AF65-F5344CB8AC3E}">
        <p14:creationId xmlns:p14="http://schemas.microsoft.com/office/powerpoint/2010/main" val="266133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F0DF8-BD9D-4A3F-9D29-9A30EA951A9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A3ACCE-8A9D-452E-894E-21549A6186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B471EC-ACB0-47BC-B5A6-4EB048DB1C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8524E7-17BF-4C9F-B5FE-97A16A6A44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FB7275-F170-48B5-82B2-325FFC5C55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9BBD5CF-E80C-4DF7-8356-1B228CFF515B}"/>
              </a:ext>
            </a:extLst>
          </p:cNvPr>
          <p:cNvSpPr>
            <a:spLocks noGrp="1"/>
          </p:cNvSpPr>
          <p:nvPr>
            <p:ph type="dt" sz="half" idx="10"/>
          </p:nvPr>
        </p:nvSpPr>
        <p:spPr/>
        <p:txBody>
          <a:bodyPr/>
          <a:lstStyle/>
          <a:p>
            <a:fld id="{EFB9B742-BC38-48A4-BB68-92D1417F0877}" type="datetimeFigureOut">
              <a:rPr lang="en-IN" smtClean="0"/>
              <a:t>18/05/20</a:t>
            </a:fld>
            <a:endParaRPr lang="en-IN"/>
          </a:p>
        </p:txBody>
      </p:sp>
      <p:sp>
        <p:nvSpPr>
          <p:cNvPr id="8" name="Footer Placeholder 7">
            <a:extLst>
              <a:ext uri="{FF2B5EF4-FFF2-40B4-BE49-F238E27FC236}">
                <a16:creationId xmlns:a16="http://schemas.microsoft.com/office/drawing/2014/main" id="{21725505-E25C-4D7C-8833-1E72A464348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31DF082-F189-4B99-8F4D-C4C61BCB933F}"/>
              </a:ext>
            </a:extLst>
          </p:cNvPr>
          <p:cNvSpPr>
            <a:spLocks noGrp="1"/>
          </p:cNvSpPr>
          <p:nvPr>
            <p:ph type="sldNum" sz="quarter" idx="12"/>
          </p:nvPr>
        </p:nvSpPr>
        <p:spPr/>
        <p:txBody>
          <a:bodyPr/>
          <a:lstStyle/>
          <a:p>
            <a:fld id="{7D664679-1503-42C2-81D2-CB33551514F3}" type="slidenum">
              <a:rPr lang="en-IN" smtClean="0"/>
              <a:t>‹#›</a:t>
            </a:fld>
            <a:endParaRPr lang="en-IN"/>
          </a:p>
        </p:txBody>
      </p:sp>
    </p:spTree>
    <p:extLst>
      <p:ext uri="{BB962C8B-B14F-4D97-AF65-F5344CB8AC3E}">
        <p14:creationId xmlns:p14="http://schemas.microsoft.com/office/powerpoint/2010/main" val="4180965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92F6B-1505-4F22-97A1-04793123524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A2E2777-CE20-47B1-B835-A633189BB3A4}"/>
              </a:ext>
            </a:extLst>
          </p:cNvPr>
          <p:cNvSpPr>
            <a:spLocks noGrp="1"/>
          </p:cNvSpPr>
          <p:nvPr>
            <p:ph type="dt" sz="half" idx="10"/>
          </p:nvPr>
        </p:nvSpPr>
        <p:spPr/>
        <p:txBody>
          <a:bodyPr/>
          <a:lstStyle/>
          <a:p>
            <a:fld id="{EFB9B742-BC38-48A4-BB68-92D1417F0877}" type="datetimeFigureOut">
              <a:rPr lang="en-IN" smtClean="0"/>
              <a:t>18/05/20</a:t>
            </a:fld>
            <a:endParaRPr lang="en-IN"/>
          </a:p>
        </p:txBody>
      </p:sp>
      <p:sp>
        <p:nvSpPr>
          <p:cNvPr id="4" name="Footer Placeholder 3">
            <a:extLst>
              <a:ext uri="{FF2B5EF4-FFF2-40B4-BE49-F238E27FC236}">
                <a16:creationId xmlns:a16="http://schemas.microsoft.com/office/drawing/2014/main" id="{96732404-A378-410C-AC3A-36025668D66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BAD223F-24AA-4167-8CA8-74F9E32ACD0A}"/>
              </a:ext>
            </a:extLst>
          </p:cNvPr>
          <p:cNvSpPr>
            <a:spLocks noGrp="1"/>
          </p:cNvSpPr>
          <p:nvPr>
            <p:ph type="sldNum" sz="quarter" idx="12"/>
          </p:nvPr>
        </p:nvSpPr>
        <p:spPr/>
        <p:txBody>
          <a:bodyPr/>
          <a:lstStyle/>
          <a:p>
            <a:fld id="{7D664679-1503-42C2-81D2-CB33551514F3}" type="slidenum">
              <a:rPr lang="en-IN" smtClean="0"/>
              <a:t>‹#›</a:t>
            </a:fld>
            <a:endParaRPr lang="en-IN"/>
          </a:p>
        </p:txBody>
      </p:sp>
    </p:spTree>
    <p:extLst>
      <p:ext uri="{BB962C8B-B14F-4D97-AF65-F5344CB8AC3E}">
        <p14:creationId xmlns:p14="http://schemas.microsoft.com/office/powerpoint/2010/main" val="2640807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31E616-2771-4BB9-AB54-0FCA762CBD1C}"/>
              </a:ext>
            </a:extLst>
          </p:cNvPr>
          <p:cNvSpPr>
            <a:spLocks noGrp="1"/>
          </p:cNvSpPr>
          <p:nvPr>
            <p:ph type="dt" sz="half" idx="10"/>
          </p:nvPr>
        </p:nvSpPr>
        <p:spPr/>
        <p:txBody>
          <a:bodyPr/>
          <a:lstStyle/>
          <a:p>
            <a:fld id="{EFB9B742-BC38-48A4-BB68-92D1417F0877}" type="datetimeFigureOut">
              <a:rPr lang="en-IN" smtClean="0"/>
              <a:t>18/05/20</a:t>
            </a:fld>
            <a:endParaRPr lang="en-IN"/>
          </a:p>
        </p:txBody>
      </p:sp>
      <p:sp>
        <p:nvSpPr>
          <p:cNvPr id="3" name="Footer Placeholder 2">
            <a:extLst>
              <a:ext uri="{FF2B5EF4-FFF2-40B4-BE49-F238E27FC236}">
                <a16:creationId xmlns:a16="http://schemas.microsoft.com/office/drawing/2014/main" id="{9428B551-6EA6-4DA8-87B0-6CAD914B473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36936DE-BF80-484E-9F68-0DA11E13A162}"/>
              </a:ext>
            </a:extLst>
          </p:cNvPr>
          <p:cNvSpPr>
            <a:spLocks noGrp="1"/>
          </p:cNvSpPr>
          <p:nvPr>
            <p:ph type="sldNum" sz="quarter" idx="12"/>
          </p:nvPr>
        </p:nvSpPr>
        <p:spPr/>
        <p:txBody>
          <a:bodyPr/>
          <a:lstStyle/>
          <a:p>
            <a:fld id="{7D664679-1503-42C2-81D2-CB33551514F3}" type="slidenum">
              <a:rPr lang="en-IN" smtClean="0"/>
              <a:t>‹#›</a:t>
            </a:fld>
            <a:endParaRPr lang="en-IN"/>
          </a:p>
        </p:txBody>
      </p:sp>
    </p:spTree>
    <p:extLst>
      <p:ext uri="{BB962C8B-B14F-4D97-AF65-F5344CB8AC3E}">
        <p14:creationId xmlns:p14="http://schemas.microsoft.com/office/powerpoint/2010/main" val="1688171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932D1-479A-4471-87AD-B88B03C59A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22F9983-C0F8-4D2E-870D-2510758D04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1CFAF38-0130-49B8-9E0A-D68F70C1D3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BF8C33-16AA-4B37-A1C1-1727D477F796}"/>
              </a:ext>
            </a:extLst>
          </p:cNvPr>
          <p:cNvSpPr>
            <a:spLocks noGrp="1"/>
          </p:cNvSpPr>
          <p:nvPr>
            <p:ph type="dt" sz="half" idx="10"/>
          </p:nvPr>
        </p:nvSpPr>
        <p:spPr/>
        <p:txBody>
          <a:bodyPr/>
          <a:lstStyle/>
          <a:p>
            <a:fld id="{EFB9B742-BC38-48A4-BB68-92D1417F0877}" type="datetimeFigureOut">
              <a:rPr lang="en-IN" smtClean="0"/>
              <a:t>18/05/20</a:t>
            </a:fld>
            <a:endParaRPr lang="en-IN"/>
          </a:p>
        </p:txBody>
      </p:sp>
      <p:sp>
        <p:nvSpPr>
          <p:cNvPr id="6" name="Footer Placeholder 5">
            <a:extLst>
              <a:ext uri="{FF2B5EF4-FFF2-40B4-BE49-F238E27FC236}">
                <a16:creationId xmlns:a16="http://schemas.microsoft.com/office/drawing/2014/main" id="{26366C51-15B0-4655-8613-46709718BD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EDFC34-57BB-4239-ADC0-52497C99CA21}"/>
              </a:ext>
            </a:extLst>
          </p:cNvPr>
          <p:cNvSpPr>
            <a:spLocks noGrp="1"/>
          </p:cNvSpPr>
          <p:nvPr>
            <p:ph type="sldNum" sz="quarter" idx="12"/>
          </p:nvPr>
        </p:nvSpPr>
        <p:spPr/>
        <p:txBody>
          <a:bodyPr/>
          <a:lstStyle/>
          <a:p>
            <a:fld id="{7D664679-1503-42C2-81D2-CB33551514F3}" type="slidenum">
              <a:rPr lang="en-IN" smtClean="0"/>
              <a:t>‹#›</a:t>
            </a:fld>
            <a:endParaRPr lang="en-IN"/>
          </a:p>
        </p:txBody>
      </p:sp>
    </p:spTree>
    <p:extLst>
      <p:ext uri="{BB962C8B-B14F-4D97-AF65-F5344CB8AC3E}">
        <p14:creationId xmlns:p14="http://schemas.microsoft.com/office/powerpoint/2010/main" val="2083622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78660-327E-495C-B13D-66179AB70F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99B349C-127A-4B13-9772-8283FD45A6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A3432D9-0104-4274-84BE-7CF9EF21D5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091827-710C-4CC7-9087-5CC9C7254631}"/>
              </a:ext>
            </a:extLst>
          </p:cNvPr>
          <p:cNvSpPr>
            <a:spLocks noGrp="1"/>
          </p:cNvSpPr>
          <p:nvPr>
            <p:ph type="dt" sz="half" idx="10"/>
          </p:nvPr>
        </p:nvSpPr>
        <p:spPr/>
        <p:txBody>
          <a:bodyPr/>
          <a:lstStyle/>
          <a:p>
            <a:fld id="{EFB9B742-BC38-48A4-BB68-92D1417F0877}" type="datetimeFigureOut">
              <a:rPr lang="en-IN" smtClean="0"/>
              <a:t>18/05/20</a:t>
            </a:fld>
            <a:endParaRPr lang="en-IN"/>
          </a:p>
        </p:txBody>
      </p:sp>
      <p:sp>
        <p:nvSpPr>
          <p:cNvPr id="6" name="Footer Placeholder 5">
            <a:extLst>
              <a:ext uri="{FF2B5EF4-FFF2-40B4-BE49-F238E27FC236}">
                <a16:creationId xmlns:a16="http://schemas.microsoft.com/office/drawing/2014/main" id="{07979FA4-CCAE-4EE8-930D-D1C6754E67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9C44B0-A0ED-4D48-87A9-15F9FA101BF3}"/>
              </a:ext>
            </a:extLst>
          </p:cNvPr>
          <p:cNvSpPr>
            <a:spLocks noGrp="1"/>
          </p:cNvSpPr>
          <p:nvPr>
            <p:ph type="sldNum" sz="quarter" idx="12"/>
          </p:nvPr>
        </p:nvSpPr>
        <p:spPr/>
        <p:txBody>
          <a:bodyPr/>
          <a:lstStyle/>
          <a:p>
            <a:fld id="{7D664679-1503-42C2-81D2-CB33551514F3}" type="slidenum">
              <a:rPr lang="en-IN" smtClean="0"/>
              <a:t>‹#›</a:t>
            </a:fld>
            <a:endParaRPr lang="en-IN"/>
          </a:p>
        </p:txBody>
      </p:sp>
    </p:spTree>
    <p:extLst>
      <p:ext uri="{BB962C8B-B14F-4D97-AF65-F5344CB8AC3E}">
        <p14:creationId xmlns:p14="http://schemas.microsoft.com/office/powerpoint/2010/main" val="1474190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7AA0B-199C-49F2-9A6C-5339FA67128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0850C7-F234-4D6C-AFA6-E3A449C78A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A3A206-E5FA-47FE-8286-F2624CA93550}"/>
              </a:ext>
            </a:extLst>
          </p:cNvPr>
          <p:cNvSpPr>
            <a:spLocks noGrp="1"/>
          </p:cNvSpPr>
          <p:nvPr>
            <p:ph type="dt" sz="half" idx="10"/>
          </p:nvPr>
        </p:nvSpPr>
        <p:spPr/>
        <p:txBody>
          <a:bodyPr/>
          <a:lstStyle/>
          <a:p>
            <a:fld id="{EFB9B742-BC38-48A4-BB68-92D1417F0877}" type="datetimeFigureOut">
              <a:rPr lang="en-IN" smtClean="0"/>
              <a:t>18/05/20</a:t>
            </a:fld>
            <a:endParaRPr lang="en-IN"/>
          </a:p>
        </p:txBody>
      </p:sp>
      <p:sp>
        <p:nvSpPr>
          <p:cNvPr id="5" name="Footer Placeholder 4">
            <a:extLst>
              <a:ext uri="{FF2B5EF4-FFF2-40B4-BE49-F238E27FC236}">
                <a16:creationId xmlns:a16="http://schemas.microsoft.com/office/drawing/2014/main" id="{EED5BA14-6949-43F8-8FF4-FF1BC370F4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17649A-6C0C-41BC-A57A-037EA9D40ECA}"/>
              </a:ext>
            </a:extLst>
          </p:cNvPr>
          <p:cNvSpPr>
            <a:spLocks noGrp="1"/>
          </p:cNvSpPr>
          <p:nvPr>
            <p:ph type="sldNum" sz="quarter" idx="12"/>
          </p:nvPr>
        </p:nvSpPr>
        <p:spPr/>
        <p:txBody>
          <a:bodyPr/>
          <a:lstStyle/>
          <a:p>
            <a:fld id="{7D664679-1503-42C2-81D2-CB33551514F3}" type="slidenum">
              <a:rPr lang="en-IN" smtClean="0"/>
              <a:t>‹#›</a:t>
            </a:fld>
            <a:endParaRPr lang="en-IN"/>
          </a:p>
        </p:txBody>
      </p:sp>
    </p:spTree>
    <p:extLst>
      <p:ext uri="{BB962C8B-B14F-4D97-AF65-F5344CB8AC3E}">
        <p14:creationId xmlns:p14="http://schemas.microsoft.com/office/powerpoint/2010/main" val="3708104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E7B341-C98A-459D-ABB6-0FFF431908C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535513B-C41D-4E50-829E-11475D6D62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AC390A-2608-4634-BFC8-99D400788893}"/>
              </a:ext>
            </a:extLst>
          </p:cNvPr>
          <p:cNvSpPr>
            <a:spLocks noGrp="1"/>
          </p:cNvSpPr>
          <p:nvPr>
            <p:ph type="dt" sz="half" idx="10"/>
          </p:nvPr>
        </p:nvSpPr>
        <p:spPr/>
        <p:txBody>
          <a:bodyPr/>
          <a:lstStyle/>
          <a:p>
            <a:fld id="{EFB9B742-BC38-48A4-BB68-92D1417F0877}" type="datetimeFigureOut">
              <a:rPr lang="en-IN" smtClean="0"/>
              <a:t>18/05/20</a:t>
            </a:fld>
            <a:endParaRPr lang="en-IN"/>
          </a:p>
        </p:txBody>
      </p:sp>
      <p:sp>
        <p:nvSpPr>
          <p:cNvPr id="5" name="Footer Placeholder 4">
            <a:extLst>
              <a:ext uri="{FF2B5EF4-FFF2-40B4-BE49-F238E27FC236}">
                <a16:creationId xmlns:a16="http://schemas.microsoft.com/office/drawing/2014/main" id="{B6CE10E1-1958-41E5-BBA8-03C3097BE1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802799-3A89-4B76-A4D3-6B39EEAC4EEE}"/>
              </a:ext>
            </a:extLst>
          </p:cNvPr>
          <p:cNvSpPr>
            <a:spLocks noGrp="1"/>
          </p:cNvSpPr>
          <p:nvPr>
            <p:ph type="sldNum" sz="quarter" idx="12"/>
          </p:nvPr>
        </p:nvSpPr>
        <p:spPr/>
        <p:txBody>
          <a:bodyPr/>
          <a:lstStyle/>
          <a:p>
            <a:fld id="{7D664679-1503-42C2-81D2-CB33551514F3}" type="slidenum">
              <a:rPr lang="en-IN" smtClean="0"/>
              <a:t>‹#›</a:t>
            </a:fld>
            <a:endParaRPr lang="en-IN"/>
          </a:p>
        </p:txBody>
      </p:sp>
    </p:spTree>
    <p:extLst>
      <p:ext uri="{BB962C8B-B14F-4D97-AF65-F5344CB8AC3E}">
        <p14:creationId xmlns:p14="http://schemas.microsoft.com/office/powerpoint/2010/main" val="1762482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FF6645-A702-4961-A096-BF8C55F4AC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5DAFE5-1082-4BFC-AA0D-439DCAEF88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F27124-5C5C-4A05-A2A9-535BA74C26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B9B742-BC38-48A4-BB68-92D1417F0877}" type="datetimeFigureOut">
              <a:rPr lang="en-IN" smtClean="0"/>
              <a:t>18/05/20</a:t>
            </a:fld>
            <a:endParaRPr lang="en-IN"/>
          </a:p>
        </p:txBody>
      </p:sp>
      <p:sp>
        <p:nvSpPr>
          <p:cNvPr id="5" name="Footer Placeholder 4">
            <a:extLst>
              <a:ext uri="{FF2B5EF4-FFF2-40B4-BE49-F238E27FC236}">
                <a16:creationId xmlns:a16="http://schemas.microsoft.com/office/drawing/2014/main" id="{DBD1E029-C969-4F51-874D-73212A77E1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C2A47AC-DC07-4F1C-A4D0-3E374EA164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664679-1503-42C2-81D2-CB33551514F3}" type="slidenum">
              <a:rPr lang="en-IN" smtClean="0"/>
              <a:t>‹#›</a:t>
            </a:fld>
            <a:endParaRPr lang="en-IN"/>
          </a:p>
        </p:txBody>
      </p:sp>
    </p:spTree>
    <p:extLst>
      <p:ext uri="{BB962C8B-B14F-4D97-AF65-F5344CB8AC3E}">
        <p14:creationId xmlns:p14="http://schemas.microsoft.com/office/powerpoint/2010/main" val="1647967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media" Target="../media/media2.wav"/><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image" Target="../media/image5.png"/><Relationship Id="rId5" Type="http://schemas.openxmlformats.org/officeDocument/2006/relationships/slideLayout" Target="../slideLayouts/slideLayout2.xml"/><Relationship Id="rId4" Type="http://schemas.openxmlformats.org/officeDocument/2006/relationships/audio" Target="../media/media2.wav"/></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8" Type="http://schemas.openxmlformats.org/officeDocument/2006/relationships/diagramQuickStyle" Target="../diagrams/quickStyle3.xml"/><Relationship Id="rId3" Type="http://schemas.openxmlformats.org/officeDocument/2006/relationships/image" Target="../media/image14.png"/><Relationship Id="rId7" Type="http://schemas.openxmlformats.org/officeDocument/2006/relationships/diagramLayout" Target="../diagrams/layout3.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diagramData" Target="../diagrams/data3.xml"/><Relationship Id="rId5" Type="http://schemas.openxmlformats.org/officeDocument/2006/relationships/image" Target="../media/image16.png"/><Relationship Id="rId10" Type="http://schemas.microsoft.com/office/2007/relationships/diagramDrawing" Target="../diagrams/drawing3.xml"/><Relationship Id="rId4" Type="http://schemas.openxmlformats.org/officeDocument/2006/relationships/image" Target="../media/image15.jpg"/><Relationship Id="rId9" Type="http://schemas.openxmlformats.org/officeDocument/2006/relationships/diagramColors" Target="../diagrams/colors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icture containing object&#10;&#10;Description automatically generated">
            <a:extLst>
              <a:ext uri="{FF2B5EF4-FFF2-40B4-BE49-F238E27FC236}">
                <a16:creationId xmlns:a16="http://schemas.microsoft.com/office/drawing/2014/main" id="{58A98D40-6D75-4EE3-BEC9-7772AE28A9F9}"/>
              </a:ext>
            </a:extLst>
          </p:cNvPr>
          <p:cNvPicPr>
            <a:picLocks noChangeAspect="1"/>
          </p:cNvPicPr>
          <p:nvPr/>
        </p:nvPicPr>
        <p:blipFill rotWithShape="1">
          <a:blip r:embed="rId2">
            <a:extLst>
              <a:ext uri="{28A0092B-C50C-407E-A947-70E740481C1C}">
                <a14:useLocalDpi xmlns:a14="http://schemas.microsoft.com/office/drawing/2010/main" val="0"/>
              </a:ext>
            </a:extLst>
          </a:blip>
          <a:srcRect r="23298" b="9091"/>
          <a:stretch/>
        </p:blipFill>
        <p:spPr>
          <a:xfrm>
            <a:off x="3523485" y="10"/>
            <a:ext cx="8668512" cy="6857990"/>
          </a:xfrm>
          <a:prstGeom prst="rect">
            <a:avLst/>
          </a:prstGeom>
        </p:spPr>
      </p:pic>
      <p:sp>
        <p:nvSpPr>
          <p:cNvPr id="21" name="Rectangle 2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21AA819-2117-4E91-B6AB-C19E91FDB29C}"/>
              </a:ext>
            </a:extLst>
          </p:cNvPr>
          <p:cNvSpPr>
            <a:spLocks noGrp="1"/>
          </p:cNvSpPr>
          <p:nvPr>
            <p:ph type="ctrTitle"/>
          </p:nvPr>
        </p:nvSpPr>
        <p:spPr>
          <a:xfrm>
            <a:off x="-81986" y="1858327"/>
            <a:ext cx="5103670" cy="4037648"/>
          </a:xfrm>
        </p:spPr>
        <p:txBody>
          <a:bodyPr vert="horz" lIns="91440" tIns="45720" rIns="91440" bIns="45720" rtlCol="0" anchor="b">
            <a:normAutofit/>
          </a:bodyPr>
          <a:lstStyle/>
          <a:p>
            <a:r>
              <a:rPr lang="en-US" sz="4500" b="1" u="sng" dirty="0">
                <a:ln w="22225">
                  <a:solidFill>
                    <a:srgbClr val="FFFFFF"/>
                  </a:solidFill>
                </a:ln>
                <a:highlight>
                  <a:srgbClr val="000000"/>
                </a:highlight>
              </a:rPr>
              <a:t>SPEECH EMOTION RECOGNITION</a:t>
            </a:r>
            <a:br>
              <a:rPr lang="en-US" sz="4500" b="1" u="sng" dirty="0">
                <a:ln w="22225">
                  <a:solidFill>
                    <a:srgbClr val="FFFFFF"/>
                  </a:solidFill>
                </a:ln>
                <a:highlight>
                  <a:srgbClr val="000000"/>
                </a:highlight>
              </a:rPr>
            </a:br>
            <a:r>
              <a:rPr lang="en-US" sz="4500" b="1" u="sng" dirty="0">
                <a:ln w="22225">
                  <a:solidFill>
                    <a:srgbClr val="FFFFFF"/>
                  </a:solidFill>
                </a:ln>
                <a:highlight>
                  <a:srgbClr val="000000"/>
                </a:highlight>
              </a:rPr>
              <a:t>USING</a:t>
            </a:r>
            <a:br>
              <a:rPr lang="en-US" sz="4500" b="1" u="sng" dirty="0">
                <a:ln w="22225">
                  <a:solidFill>
                    <a:srgbClr val="FFFFFF"/>
                  </a:solidFill>
                </a:ln>
                <a:highlight>
                  <a:srgbClr val="000000"/>
                </a:highlight>
              </a:rPr>
            </a:br>
            <a:r>
              <a:rPr lang="en-US" sz="4500" b="1" u="sng" dirty="0">
                <a:ln w="22225">
                  <a:solidFill>
                    <a:srgbClr val="FFFFFF"/>
                  </a:solidFill>
                </a:ln>
                <a:highlight>
                  <a:srgbClr val="000000"/>
                </a:highlight>
              </a:rPr>
              <a:t>CONVOLUTIONAL NEURAL NETWORK  </a:t>
            </a:r>
            <a:br>
              <a:rPr lang="en-US" sz="4500" dirty="0">
                <a:ln w="22225">
                  <a:solidFill>
                    <a:srgbClr val="FFFFFF"/>
                  </a:solidFill>
                </a:ln>
                <a:highlight>
                  <a:srgbClr val="000000"/>
                </a:highlight>
              </a:rPr>
            </a:br>
            <a:endParaRPr lang="en-US" sz="4500" dirty="0">
              <a:ln w="22225">
                <a:solidFill>
                  <a:srgbClr val="FFFFFF"/>
                </a:solidFill>
              </a:ln>
              <a:highlight>
                <a:srgbClr val="000000"/>
              </a:highlight>
            </a:endParaRPr>
          </a:p>
        </p:txBody>
      </p:sp>
      <p:sp>
        <p:nvSpPr>
          <p:cNvPr id="23" name="Rectangle 2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E445555E-2FCA-4BA7-B48B-81BFD24663B3}"/>
              </a:ext>
            </a:extLst>
          </p:cNvPr>
          <p:cNvSpPr txBox="1"/>
          <p:nvPr/>
        </p:nvSpPr>
        <p:spPr>
          <a:xfrm>
            <a:off x="10344150" y="5895975"/>
            <a:ext cx="2133600" cy="923330"/>
          </a:xfrm>
          <a:prstGeom prst="rect">
            <a:avLst/>
          </a:prstGeom>
          <a:noFill/>
        </p:spPr>
        <p:txBody>
          <a:bodyPr wrap="square" rtlCol="0">
            <a:spAutoFit/>
          </a:bodyPr>
          <a:lstStyle/>
          <a:p>
            <a:r>
              <a:rPr lang="en-US" b="1" dirty="0">
                <a:latin typeface="+mj-lt"/>
              </a:rPr>
              <a:t>YAVAR KHAN </a:t>
            </a:r>
          </a:p>
          <a:p>
            <a:r>
              <a:rPr lang="en-US" b="1" dirty="0">
                <a:latin typeface="+mj-lt"/>
              </a:rPr>
              <a:t>HARDIK SAWHNEY</a:t>
            </a:r>
          </a:p>
          <a:p>
            <a:r>
              <a:rPr lang="en-US" b="1" dirty="0">
                <a:latin typeface="+mj-lt"/>
              </a:rPr>
              <a:t>SAURAV GOYAL</a:t>
            </a:r>
          </a:p>
        </p:txBody>
      </p:sp>
    </p:spTree>
    <p:extLst>
      <p:ext uri="{BB962C8B-B14F-4D97-AF65-F5344CB8AC3E}">
        <p14:creationId xmlns:p14="http://schemas.microsoft.com/office/powerpoint/2010/main" val="212458613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721E229F-2ADB-4A2C-94CE-55092C3FA99F}"/>
              </a:ext>
            </a:extLst>
          </p:cNvPr>
          <p:cNvSpPr>
            <a:spLocks noGrp="1"/>
          </p:cNvSpPr>
          <p:nvPr>
            <p:ph type="title"/>
          </p:nvPr>
        </p:nvSpPr>
        <p:spPr>
          <a:xfrm>
            <a:off x="1014141" y="1450655"/>
            <a:ext cx="3932030" cy="3956690"/>
          </a:xfrm>
        </p:spPr>
        <p:txBody>
          <a:bodyPr anchor="ctr">
            <a:normAutofit/>
          </a:bodyPr>
          <a:lstStyle/>
          <a:p>
            <a:r>
              <a:rPr lang="en-IN" b="1" u="sng" dirty="0">
                <a:solidFill>
                  <a:schemeClr val="bg1"/>
                </a:solidFill>
              </a:rPr>
              <a:t>INTRODUCTION</a:t>
            </a:r>
          </a:p>
        </p:txBody>
      </p:sp>
      <p:cxnSp>
        <p:nvCxnSpPr>
          <p:cNvPr id="10" name="Straight Connector 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5271BC3-7E95-4923-A0EB-92DE4676BC53}"/>
              </a:ext>
            </a:extLst>
          </p:cNvPr>
          <p:cNvSpPr>
            <a:spLocks noGrp="1"/>
          </p:cNvSpPr>
          <p:nvPr>
            <p:ph idx="1"/>
          </p:nvPr>
        </p:nvSpPr>
        <p:spPr>
          <a:xfrm>
            <a:off x="5770880" y="1108061"/>
            <a:ext cx="5588000" cy="4571972"/>
          </a:xfrm>
        </p:spPr>
        <p:txBody>
          <a:bodyPr anchor="ctr">
            <a:noAutofit/>
          </a:bodyPr>
          <a:lstStyle/>
          <a:p>
            <a:r>
              <a:rPr lang="en-IN" sz="1800" b="1" dirty="0">
                <a:solidFill>
                  <a:schemeClr val="bg1"/>
                </a:solidFill>
                <a:latin typeface="Times New Roman" panose="02020603050405020304" pitchFamily="18" charset="0"/>
                <a:cs typeface="Times New Roman" panose="02020603050405020304" pitchFamily="18" charset="0"/>
              </a:rPr>
              <a:t>Speech Emotion Recognition </a:t>
            </a:r>
            <a:r>
              <a:rPr lang="en-IN" sz="1800" dirty="0">
                <a:solidFill>
                  <a:schemeClr val="bg1"/>
                </a:solidFill>
                <a:latin typeface="Times New Roman" panose="02020603050405020304" pitchFamily="18" charset="0"/>
                <a:cs typeface="Times New Roman" panose="02020603050405020304" pitchFamily="18" charset="0"/>
              </a:rPr>
              <a:t>(SER) is a systematic process which attempts to extract the underlying emotions of the user with the help of the user’s speech, pitch, and tone. </a:t>
            </a:r>
          </a:p>
          <a:p>
            <a:r>
              <a:rPr lang="en-IN" sz="1800" dirty="0">
                <a:solidFill>
                  <a:schemeClr val="bg1"/>
                </a:solidFill>
              </a:rPr>
              <a:t>The model will be able to recognize emotion from sound files. We will load the data, extract features from it, then split the dataset into training and testing sets. Then, we’ll initialize the convolutional neural network and train the model. Finally, we’ll calculate the accuracy of our model.</a:t>
            </a:r>
          </a:p>
          <a:p>
            <a:r>
              <a:rPr lang="en-IN" sz="1800" dirty="0">
                <a:solidFill>
                  <a:schemeClr val="bg1"/>
                </a:solidFill>
              </a:rPr>
              <a:t>The three key issues needed to be addressed for a successful Speech Emotion Recognition System are:</a:t>
            </a:r>
          </a:p>
          <a:p>
            <a:pPr lvl="1"/>
            <a:r>
              <a:rPr lang="en-IN" sz="1800" dirty="0">
                <a:solidFill>
                  <a:schemeClr val="bg1"/>
                </a:solidFill>
              </a:rPr>
              <a:t>Choice of a good emotional speech database, </a:t>
            </a:r>
          </a:p>
          <a:p>
            <a:pPr lvl="1"/>
            <a:r>
              <a:rPr lang="en-IN" sz="1800" dirty="0">
                <a:solidFill>
                  <a:schemeClr val="bg1"/>
                </a:solidFill>
              </a:rPr>
              <a:t>Extracting effective features, and </a:t>
            </a:r>
          </a:p>
          <a:p>
            <a:pPr lvl="1"/>
            <a:r>
              <a:rPr lang="en-IN" sz="1800" dirty="0">
                <a:solidFill>
                  <a:schemeClr val="bg1"/>
                </a:solidFill>
              </a:rPr>
              <a:t>Designing reliable classifiers using machine learning algorithms.</a:t>
            </a:r>
          </a:p>
          <a:p>
            <a:r>
              <a:rPr lang="en-IN" sz="1800" dirty="0">
                <a:solidFill>
                  <a:schemeClr val="bg1"/>
                </a:solidFill>
              </a:rPr>
              <a:t>In fact, the emotional feature extraction is a main issue in the SER system.</a:t>
            </a:r>
          </a:p>
        </p:txBody>
      </p:sp>
    </p:spTree>
    <p:extLst>
      <p:ext uri="{BB962C8B-B14F-4D97-AF65-F5344CB8AC3E}">
        <p14:creationId xmlns:p14="http://schemas.microsoft.com/office/powerpoint/2010/main" val="532041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B65B6-EFA9-DF46-B12E-0B1B5733F309}"/>
              </a:ext>
            </a:extLst>
          </p:cNvPr>
          <p:cNvSpPr>
            <a:spLocks noGrp="1"/>
          </p:cNvSpPr>
          <p:nvPr>
            <p:ph type="title"/>
          </p:nvPr>
        </p:nvSpPr>
        <p:spPr>
          <a:xfrm>
            <a:off x="-462456" y="334900"/>
            <a:ext cx="7969469" cy="1176867"/>
          </a:xfrm>
        </p:spPr>
        <p:txBody>
          <a:bodyPr/>
          <a:lstStyle/>
          <a:p>
            <a:pPr algn="ctr"/>
            <a:r>
              <a:rPr lang="en-US" b="1" dirty="0"/>
              <a:t>AWS CLOUD DEPLOYMENT</a:t>
            </a:r>
          </a:p>
        </p:txBody>
      </p:sp>
      <p:sp>
        <p:nvSpPr>
          <p:cNvPr id="13" name="TextBox 12">
            <a:extLst>
              <a:ext uri="{FF2B5EF4-FFF2-40B4-BE49-F238E27FC236}">
                <a16:creationId xmlns:a16="http://schemas.microsoft.com/office/drawing/2014/main" id="{D383B813-B59E-004F-8312-84D651D560F0}"/>
              </a:ext>
            </a:extLst>
          </p:cNvPr>
          <p:cNvSpPr txBox="1"/>
          <p:nvPr/>
        </p:nvSpPr>
        <p:spPr>
          <a:xfrm>
            <a:off x="8713076" y="963943"/>
            <a:ext cx="3048000" cy="5509200"/>
          </a:xfrm>
          <a:prstGeom prst="rect">
            <a:avLst/>
          </a:prstGeom>
          <a:noFill/>
        </p:spPr>
        <p:txBody>
          <a:bodyPr wrap="square" rtlCol="0">
            <a:spAutoFit/>
          </a:bodyPr>
          <a:lstStyle/>
          <a:p>
            <a:pPr marL="342900" indent="-342900">
              <a:buFont typeface="+mj-lt"/>
              <a:buAutoNum type="arabicPeriod"/>
            </a:pPr>
            <a:r>
              <a:rPr lang="en-US" sz="1600" dirty="0"/>
              <a:t>The codebase of the project was deployed on Amazon Web Services(AWS) EC2 instance.</a:t>
            </a:r>
          </a:p>
          <a:p>
            <a:pPr marL="342900" indent="-342900">
              <a:buFont typeface="+mj-lt"/>
              <a:buAutoNum type="arabicPeriod"/>
            </a:pPr>
            <a:r>
              <a:rPr lang="en-US" sz="1600" dirty="0"/>
              <a:t>An EC2 instance is like any other Linux machine utilizing cloud resources. </a:t>
            </a:r>
          </a:p>
          <a:p>
            <a:pPr marL="342900" indent="-342900">
              <a:buFont typeface="+mj-lt"/>
              <a:buAutoNum type="arabicPeriod"/>
            </a:pPr>
            <a:r>
              <a:rPr lang="en-US" sz="1600" dirty="0"/>
              <a:t>The project required training a neural network model with a huge dataset. This leads to an increase in processing time. In order to reduce the training time, AWS EC2 instances were scaled up in terms of compute resources and scaled down once the model training was complete.</a:t>
            </a:r>
          </a:p>
          <a:p>
            <a:pPr marL="342900" indent="-342900">
              <a:buFont typeface="+mj-lt"/>
              <a:buAutoNum type="arabicPeriod"/>
            </a:pPr>
            <a:r>
              <a:rPr lang="en-US" sz="1600" dirty="0"/>
              <a:t>This also helped the entire team to collaborate on the project by providing a single access point to the project codebase.</a:t>
            </a:r>
          </a:p>
        </p:txBody>
      </p:sp>
      <p:pic>
        <p:nvPicPr>
          <p:cNvPr id="15" name="Picture 14">
            <a:extLst>
              <a:ext uri="{FF2B5EF4-FFF2-40B4-BE49-F238E27FC236}">
                <a16:creationId xmlns:a16="http://schemas.microsoft.com/office/drawing/2014/main" id="{B279BAC7-94AD-124B-B6CE-42A6B9FE7B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331" y="1476993"/>
            <a:ext cx="8229600" cy="4483100"/>
          </a:xfrm>
          <a:prstGeom prst="rect">
            <a:avLst/>
          </a:prstGeom>
        </p:spPr>
      </p:pic>
    </p:spTree>
    <p:extLst>
      <p:ext uri="{BB962C8B-B14F-4D97-AF65-F5344CB8AC3E}">
        <p14:creationId xmlns:p14="http://schemas.microsoft.com/office/powerpoint/2010/main" val="984129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4" name="Rectangle 123">
            <a:extLst>
              <a:ext uri="{FF2B5EF4-FFF2-40B4-BE49-F238E27FC236}">
                <a16:creationId xmlns:a16="http://schemas.microsoft.com/office/drawing/2014/main" id="{B9FF99BD-075F-4761-A995-6FC574BD2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A7B21A54-9BA3-4EA9-B460-5A829ADD90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6FA8F714-B9D8-488A-8CCA-E9948FF91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42592AF-235D-4F54-93FF-70FBFA040641}"/>
              </a:ext>
            </a:extLst>
          </p:cNvPr>
          <p:cNvPicPr/>
          <p:nvPr/>
        </p:nvPicPr>
        <p:blipFill rotWithShape="1">
          <a:blip r:embed="rId2">
            <a:extLst>
              <a:ext uri="{28A0092B-C50C-407E-A947-70E740481C1C}">
                <a14:useLocalDpi xmlns:a14="http://schemas.microsoft.com/office/drawing/2010/main" val="0"/>
              </a:ext>
            </a:extLst>
          </a:blip>
          <a:srcRect t="13462"/>
          <a:stretch/>
        </p:blipFill>
        <p:spPr bwMode="auto">
          <a:xfrm>
            <a:off x="1625600" y="1036320"/>
            <a:ext cx="8971280" cy="4876799"/>
          </a:xfrm>
          <a:prstGeom prst="rect">
            <a:avLst/>
          </a:prstGeom>
          <a:noFill/>
        </p:spPr>
      </p:pic>
    </p:spTree>
    <p:extLst>
      <p:ext uri="{BB962C8B-B14F-4D97-AF65-F5344CB8AC3E}">
        <p14:creationId xmlns:p14="http://schemas.microsoft.com/office/powerpoint/2010/main" val="1176073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5">
            <a:extLst>
              <a:ext uri="{FF2B5EF4-FFF2-40B4-BE49-F238E27FC236}">
                <a16:creationId xmlns:a16="http://schemas.microsoft.com/office/drawing/2014/main" id="{B9FF99BD-075F-4761-A995-6FC574BD2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27">
            <a:extLst>
              <a:ext uri="{FF2B5EF4-FFF2-40B4-BE49-F238E27FC236}">
                <a16:creationId xmlns:a16="http://schemas.microsoft.com/office/drawing/2014/main" id="{A7B21A54-9BA3-4EA9-B460-5A829ADD90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29">
            <a:extLst>
              <a:ext uri="{FF2B5EF4-FFF2-40B4-BE49-F238E27FC236}">
                <a16:creationId xmlns:a16="http://schemas.microsoft.com/office/drawing/2014/main" id="{6FA8F714-B9D8-488A-8CCA-E9948FF91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71F4EEF-7931-4EB1-B696-C17133B19824}"/>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1605280" y="975360"/>
            <a:ext cx="8971280" cy="4988560"/>
          </a:xfrm>
          <a:prstGeom prst="rect">
            <a:avLst/>
          </a:prstGeom>
          <a:noFill/>
        </p:spPr>
      </p:pic>
    </p:spTree>
    <p:extLst>
      <p:ext uri="{BB962C8B-B14F-4D97-AF65-F5344CB8AC3E}">
        <p14:creationId xmlns:p14="http://schemas.microsoft.com/office/powerpoint/2010/main" val="2163196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Freeform: Shape 33">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133C123-194C-460B-80D2-9C8F8CA4E360}"/>
              </a:ext>
            </a:extLst>
          </p:cNvPr>
          <p:cNvSpPr>
            <a:spLocks noGrp="1"/>
          </p:cNvSpPr>
          <p:nvPr>
            <p:ph type="title"/>
          </p:nvPr>
        </p:nvSpPr>
        <p:spPr>
          <a:xfrm>
            <a:off x="804671" y="640263"/>
            <a:ext cx="3284331" cy="5254510"/>
          </a:xfrm>
        </p:spPr>
        <p:txBody>
          <a:bodyPr>
            <a:normAutofit/>
          </a:bodyPr>
          <a:lstStyle/>
          <a:p>
            <a:r>
              <a:rPr lang="en-IN" sz="4100" b="1" u="sng"/>
              <a:t>THE RYERSON AUDIO-VISUAL DATABASE OF EMOTIONAL SPEECH AND SONG (RAVDESS)</a:t>
            </a:r>
            <a:br>
              <a:rPr lang="en-IN" sz="4100" b="1"/>
            </a:br>
            <a:endParaRPr lang="en-IN" sz="4100"/>
          </a:p>
        </p:txBody>
      </p:sp>
      <p:sp>
        <p:nvSpPr>
          <p:cNvPr id="3" name="Content Placeholder 2">
            <a:extLst>
              <a:ext uri="{FF2B5EF4-FFF2-40B4-BE49-F238E27FC236}">
                <a16:creationId xmlns:a16="http://schemas.microsoft.com/office/drawing/2014/main" id="{18406613-70A4-4D4E-82BA-626D643FD1D1}"/>
              </a:ext>
            </a:extLst>
          </p:cNvPr>
          <p:cNvSpPr>
            <a:spLocks noGrp="1"/>
          </p:cNvSpPr>
          <p:nvPr>
            <p:ph idx="1"/>
          </p:nvPr>
        </p:nvSpPr>
        <p:spPr>
          <a:xfrm>
            <a:off x="5435346" y="836026"/>
            <a:ext cx="6028944" cy="5254510"/>
          </a:xfrm>
        </p:spPr>
        <p:txBody>
          <a:bodyPr anchor="ctr">
            <a:normAutofit/>
          </a:bodyPr>
          <a:lstStyle/>
          <a:p>
            <a:r>
              <a:rPr lang="en-IN" sz="1800" b="1" dirty="0">
                <a:solidFill>
                  <a:schemeClr val="bg1"/>
                </a:solidFill>
              </a:rPr>
              <a:t>The Ryerson Audio-Visual Database of Emotional Speech and Song </a:t>
            </a:r>
            <a:r>
              <a:rPr lang="en-IN" sz="1800" dirty="0">
                <a:solidFill>
                  <a:schemeClr val="bg1"/>
                </a:solidFill>
              </a:rPr>
              <a:t>contains twelve male and female actors each vocalizing two lexically matched statements in North American accent. The speech includes different kinds of emotions like happy, calm, sad, angry, fearful etc. Each of the expressions are produced in two different levels of emotional intensity (normal and strong), with an added neutral expression. </a:t>
            </a:r>
          </a:p>
          <a:p>
            <a:r>
              <a:rPr lang="en-IN" sz="1800" dirty="0">
                <a:solidFill>
                  <a:schemeClr val="bg1"/>
                </a:solidFill>
              </a:rPr>
              <a:t>Each file was assessed and rated 10 times on emotional validity and genuineness. These ratings were provided by around 250 untrained research participants from North America. Adding to this, a further set of 70-75 participants provided test retest data. High levels of validation were being reported for the database. </a:t>
            </a:r>
          </a:p>
          <a:p>
            <a:pPr marL="0" indent="0">
              <a:buNone/>
            </a:pPr>
            <a:endParaRPr lang="en-IN" sz="2000" dirty="0">
              <a:solidFill>
                <a:schemeClr val="bg1"/>
              </a:solidFill>
            </a:endParaRPr>
          </a:p>
          <a:p>
            <a:endParaRPr lang="en-IN" sz="2000" dirty="0">
              <a:solidFill>
                <a:schemeClr val="bg1"/>
              </a:solidFill>
            </a:endParaRPr>
          </a:p>
        </p:txBody>
      </p:sp>
      <p:pic>
        <p:nvPicPr>
          <p:cNvPr id="6" name="03-01-03-02-02-01-06">
            <a:hlinkClick r:id="" action="ppaction://media"/>
            <a:extLst>
              <a:ext uri="{FF2B5EF4-FFF2-40B4-BE49-F238E27FC236}">
                <a16:creationId xmlns:a16="http://schemas.microsoft.com/office/drawing/2014/main" id="{1E1E4620-EDC5-4077-8CC2-84966D58079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6372225" y="5672523"/>
            <a:ext cx="406400" cy="406400"/>
          </a:xfrm>
          <a:prstGeom prst="rect">
            <a:avLst/>
          </a:prstGeom>
        </p:spPr>
      </p:pic>
      <p:pic>
        <p:nvPicPr>
          <p:cNvPr id="7" name="KI">
            <a:hlinkClick r:id="" action="ppaction://media"/>
            <a:extLst>
              <a:ext uri="{FF2B5EF4-FFF2-40B4-BE49-F238E27FC236}">
                <a16:creationId xmlns:a16="http://schemas.microsoft.com/office/drawing/2014/main" id="{DBA37A06-E92F-48C8-8178-7DF0F2742255}"/>
              </a:ext>
            </a:extLst>
          </p:cNvPr>
          <p:cNvPicPr>
            <a:picLocks noChangeAspect="1"/>
          </p:cNvPicPr>
          <p:nvPr>
            <a:audioFile r:link="rId4"/>
            <p:extLst>
              <p:ext uri="{DAA4B4D4-6D71-4841-9C94-3DE7FCFB9230}">
                <p14:media xmlns:p14="http://schemas.microsoft.com/office/powerpoint/2010/main" r:embed="rId3"/>
              </p:ext>
            </p:extLst>
          </p:nvPr>
        </p:nvPicPr>
        <p:blipFill>
          <a:blip r:embed="rId6"/>
          <a:stretch>
            <a:fillRect/>
          </a:stretch>
        </p:blipFill>
        <p:spPr>
          <a:xfrm>
            <a:off x="9417050" y="5691573"/>
            <a:ext cx="406400" cy="406400"/>
          </a:xfrm>
          <a:prstGeom prst="rect">
            <a:avLst/>
          </a:prstGeom>
        </p:spPr>
      </p:pic>
    </p:spTree>
    <p:extLst>
      <p:ext uri="{BB962C8B-B14F-4D97-AF65-F5344CB8AC3E}">
        <p14:creationId xmlns:p14="http://schemas.microsoft.com/office/powerpoint/2010/main" val="8800126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570"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47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 fill="hold" display="0">
                  <p:stCondLst>
                    <p:cond delay="indefinite"/>
                  </p:stCondLst>
                  <p:endCondLst>
                    <p:cond evt="onStopAudio" delay="0">
                      <p:tgtEl>
                        <p:sldTgt/>
                      </p:tgtEl>
                    </p:cond>
                  </p:endCondLst>
                </p:cTn>
                <p:tgtEl>
                  <p:spTgt spid="6"/>
                </p:tgtEl>
              </p:cMediaNode>
            </p:audio>
            <p:audio>
              <p:cMediaNode vol="80000">
                <p:cTn id="12" fill="hold" display="0">
                  <p:stCondLst>
                    <p:cond delay="indefinite"/>
                  </p:stCondLst>
                  <p:endCondLst>
                    <p:cond evt="onStopAudio" delay="0">
                      <p:tgtEl>
                        <p:sldTgt/>
                      </p:tgtEl>
                    </p:cond>
                  </p:endCondLst>
                </p:cTn>
                <p:tgtEl>
                  <p:spTgt spid="7"/>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19D093C-27FB-4032-B282-42C4563F2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94548"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35EE815E-1BD3-4777-B652-6D98825BF6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7290" y="681628"/>
            <a:ext cx="1128382" cy="847206"/>
            <a:chOff x="668003" y="1684057"/>
            <a:chExt cx="1128382" cy="847206"/>
          </a:xfrm>
        </p:grpSpPr>
        <p:sp>
          <p:nvSpPr>
            <p:cNvPr id="13" name="Freeform 5">
              <a:extLst>
                <a:ext uri="{FF2B5EF4-FFF2-40B4-BE49-F238E27FC236}">
                  <a16:creationId xmlns:a16="http://schemas.microsoft.com/office/drawing/2014/main" id="{E6692982-4A7D-4392-87CD-F0CD4B027D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8003" y="1935883"/>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14" name="Freeform 5">
              <a:extLst>
                <a:ext uri="{FF2B5EF4-FFF2-40B4-BE49-F238E27FC236}">
                  <a16:creationId xmlns:a16="http://schemas.microsoft.com/office/drawing/2014/main" id="{196485F7-F277-4123-AC53-98EA4C85877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45893" y="1684057"/>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FFB0DD5C-8532-4067-BE6A-168D550235AC}"/>
              </a:ext>
            </a:extLst>
          </p:cNvPr>
          <p:cNvSpPr>
            <a:spLocks noGrp="1"/>
          </p:cNvSpPr>
          <p:nvPr>
            <p:ph type="title"/>
          </p:nvPr>
        </p:nvSpPr>
        <p:spPr>
          <a:xfrm>
            <a:off x="1104965" y="537012"/>
            <a:ext cx="3582073" cy="4279709"/>
          </a:xfrm>
        </p:spPr>
        <p:txBody>
          <a:bodyPr anchor="ctr">
            <a:normAutofit/>
          </a:bodyPr>
          <a:lstStyle/>
          <a:p>
            <a:r>
              <a:rPr lang="en-US" sz="4800" b="1" dirty="0">
                <a:solidFill>
                  <a:schemeClr val="bg1"/>
                </a:solidFill>
              </a:rPr>
              <a:t>RAVDESS</a:t>
            </a:r>
            <a:endParaRPr lang="en-IN" sz="4800" b="1" dirty="0">
              <a:solidFill>
                <a:schemeClr val="bg1"/>
              </a:solidFill>
            </a:endParaRPr>
          </a:p>
        </p:txBody>
      </p:sp>
      <p:sp>
        <p:nvSpPr>
          <p:cNvPr id="3" name="Content Placeholder 2">
            <a:extLst>
              <a:ext uri="{FF2B5EF4-FFF2-40B4-BE49-F238E27FC236}">
                <a16:creationId xmlns:a16="http://schemas.microsoft.com/office/drawing/2014/main" id="{9FF2C223-2AE5-457B-A2B4-365D05BADA06}"/>
              </a:ext>
            </a:extLst>
          </p:cNvPr>
          <p:cNvSpPr>
            <a:spLocks noGrp="1"/>
          </p:cNvSpPr>
          <p:nvPr>
            <p:ph idx="1"/>
          </p:nvPr>
        </p:nvSpPr>
        <p:spPr>
          <a:xfrm>
            <a:off x="5461838" y="1231144"/>
            <a:ext cx="6312580" cy="4279708"/>
          </a:xfrm>
        </p:spPr>
        <p:txBody>
          <a:bodyPr anchor="ctr">
            <a:noAutofit/>
          </a:bodyPr>
          <a:lstStyle/>
          <a:p>
            <a:pPr marL="0" indent="0">
              <a:buNone/>
            </a:pPr>
            <a:endParaRPr lang="en-IN" sz="1400" b="1" dirty="0"/>
          </a:p>
          <a:p>
            <a:pPr marL="0" indent="0">
              <a:buNone/>
            </a:pPr>
            <a:r>
              <a:rPr lang="en-IN" sz="1600" b="1" u="sng" dirty="0"/>
              <a:t>FILE NAME CONVENTION</a:t>
            </a:r>
            <a:endParaRPr lang="en-IN" sz="1600" u="sng" dirty="0"/>
          </a:p>
          <a:p>
            <a:pPr marL="0" indent="0">
              <a:buNone/>
            </a:pPr>
            <a:r>
              <a:rPr lang="en-IN" sz="1200" dirty="0">
                <a:solidFill>
                  <a:schemeClr val="tx1">
                    <a:lumMod val="95000"/>
                    <a:lumOff val="5000"/>
                  </a:schemeClr>
                </a:solidFill>
              </a:rPr>
              <a:t>Each of the 7356 RAVDESS files has a unique filename. The filename consists of a 7-part numerical identifier (e.g., 02-01-06-01-02-01-12.wav). </a:t>
            </a:r>
          </a:p>
          <a:p>
            <a:pPr marL="0" indent="0">
              <a:buNone/>
            </a:pPr>
            <a:r>
              <a:rPr lang="en-IN" sz="1400" b="1" u="sng" dirty="0"/>
              <a:t>Filename identifiers</a:t>
            </a:r>
            <a:r>
              <a:rPr lang="en-IN" sz="1400" u="sng" dirty="0"/>
              <a:t> </a:t>
            </a:r>
          </a:p>
          <a:p>
            <a:r>
              <a:rPr lang="en-IN" sz="1200" dirty="0">
                <a:solidFill>
                  <a:schemeClr val="tx1">
                    <a:lumMod val="95000"/>
                    <a:lumOff val="5000"/>
                  </a:schemeClr>
                </a:solidFill>
              </a:rPr>
              <a:t>Modality (01 = full-AV, 02 = video-only, 03 = audio-only).</a:t>
            </a:r>
          </a:p>
          <a:p>
            <a:r>
              <a:rPr lang="en-IN" sz="1200" dirty="0">
                <a:solidFill>
                  <a:schemeClr val="tx1">
                    <a:lumMod val="95000"/>
                    <a:lumOff val="5000"/>
                  </a:schemeClr>
                </a:solidFill>
              </a:rPr>
              <a:t>Vocal channel (01 = speech, 02 = song).</a:t>
            </a:r>
          </a:p>
          <a:p>
            <a:r>
              <a:rPr lang="en-IN" sz="1200" dirty="0">
                <a:solidFill>
                  <a:schemeClr val="tx1">
                    <a:lumMod val="95000"/>
                    <a:lumOff val="5000"/>
                  </a:schemeClr>
                </a:solidFill>
              </a:rPr>
              <a:t>Emotion (01 = neutral, 02 = calm, 03 = happy, 04 = sad, 05 = angry, 06 = fearful, 07 = disgust, 08 = surprised).</a:t>
            </a:r>
          </a:p>
          <a:p>
            <a:r>
              <a:rPr lang="en-IN" sz="1200" dirty="0">
                <a:solidFill>
                  <a:schemeClr val="tx1">
                    <a:lumMod val="95000"/>
                    <a:lumOff val="5000"/>
                  </a:schemeClr>
                </a:solidFill>
              </a:rPr>
              <a:t>Emotional intensity (01 = normal, 02 = strong). NOTE: There is no strong intensity for the 'neutral' emotion.</a:t>
            </a:r>
          </a:p>
          <a:p>
            <a:r>
              <a:rPr lang="en-IN" sz="1200" dirty="0">
                <a:solidFill>
                  <a:schemeClr val="tx1">
                    <a:lumMod val="95000"/>
                    <a:lumOff val="5000"/>
                  </a:schemeClr>
                </a:solidFill>
              </a:rPr>
              <a:t>Statement (01 = "Kids are talking by the door", 02 = "Dogs are sitting by the door").</a:t>
            </a:r>
          </a:p>
          <a:p>
            <a:r>
              <a:rPr lang="en-IN" sz="1200" dirty="0">
                <a:solidFill>
                  <a:schemeClr val="tx1">
                    <a:lumMod val="95000"/>
                    <a:lumOff val="5000"/>
                  </a:schemeClr>
                </a:solidFill>
              </a:rPr>
              <a:t>Actor (01 to 24. Odd numbered actors are male, even numbered actors are female).</a:t>
            </a:r>
          </a:p>
          <a:p>
            <a:pPr marL="0" indent="0">
              <a:buNone/>
            </a:pPr>
            <a:br>
              <a:rPr lang="en-IN" sz="1400" b="1" dirty="0"/>
            </a:br>
            <a:r>
              <a:rPr lang="en-IN" sz="1400" b="1" u="sng" dirty="0"/>
              <a:t>Filename example: 02-01-06-01-02-01-12.wav</a:t>
            </a:r>
          </a:p>
          <a:p>
            <a:r>
              <a:rPr lang="en-IN" sz="1200" dirty="0">
                <a:solidFill>
                  <a:schemeClr val="tx1">
                    <a:lumMod val="95000"/>
                    <a:lumOff val="5000"/>
                  </a:schemeClr>
                </a:solidFill>
              </a:rPr>
              <a:t>Video-only (02)</a:t>
            </a:r>
          </a:p>
          <a:p>
            <a:r>
              <a:rPr lang="en-IN" sz="1200" dirty="0">
                <a:solidFill>
                  <a:schemeClr val="tx1">
                    <a:lumMod val="95000"/>
                    <a:lumOff val="5000"/>
                  </a:schemeClr>
                </a:solidFill>
              </a:rPr>
              <a:t>Speech (01)</a:t>
            </a:r>
          </a:p>
          <a:p>
            <a:r>
              <a:rPr lang="en-IN" sz="1200" dirty="0">
                <a:solidFill>
                  <a:schemeClr val="tx1">
                    <a:lumMod val="95000"/>
                    <a:lumOff val="5000"/>
                  </a:schemeClr>
                </a:solidFill>
              </a:rPr>
              <a:t>Fearful (06)</a:t>
            </a:r>
          </a:p>
          <a:p>
            <a:r>
              <a:rPr lang="en-IN" sz="1200" dirty="0">
                <a:solidFill>
                  <a:schemeClr val="tx1">
                    <a:lumMod val="95000"/>
                    <a:lumOff val="5000"/>
                  </a:schemeClr>
                </a:solidFill>
              </a:rPr>
              <a:t>Normal intensity (01)</a:t>
            </a:r>
          </a:p>
          <a:p>
            <a:r>
              <a:rPr lang="en-IN" sz="1200" dirty="0">
                <a:solidFill>
                  <a:schemeClr val="tx1">
                    <a:lumMod val="95000"/>
                    <a:lumOff val="5000"/>
                  </a:schemeClr>
                </a:solidFill>
              </a:rPr>
              <a:t>Statement "dogs" (02)</a:t>
            </a:r>
          </a:p>
          <a:p>
            <a:r>
              <a:rPr lang="en-IN" sz="1200" dirty="0">
                <a:solidFill>
                  <a:schemeClr val="tx1">
                    <a:lumMod val="95000"/>
                    <a:lumOff val="5000"/>
                  </a:schemeClr>
                </a:solidFill>
              </a:rPr>
              <a:t>1st Repetition (01)</a:t>
            </a:r>
          </a:p>
          <a:p>
            <a:r>
              <a:rPr lang="en-IN" sz="1200" dirty="0">
                <a:solidFill>
                  <a:schemeClr val="tx1">
                    <a:lumMod val="95000"/>
                    <a:lumOff val="5000"/>
                  </a:schemeClr>
                </a:solidFill>
              </a:rPr>
              <a:t>12th Actor (12)</a:t>
            </a:r>
          </a:p>
          <a:p>
            <a:r>
              <a:rPr lang="en-IN" sz="1200" dirty="0">
                <a:solidFill>
                  <a:schemeClr val="tx1">
                    <a:lumMod val="95000"/>
                    <a:lumOff val="5000"/>
                  </a:schemeClr>
                </a:solidFill>
              </a:rPr>
              <a:t>Female, as the actor ID number is even</a:t>
            </a:r>
            <a:r>
              <a:rPr lang="en-IN" sz="1200" dirty="0"/>
              <a:t>.</a:t>
            </a:r>
          </a:p>
          <a:p>
            <a:endParaRPr lang="en-IN" sz="1400" dirty="0"/>
          </a:p>
        </p:txBody>
      </p:sp>
      <p:pic>
        <p:nvPicPr>
          <p:cNvPr id="4" name="Picture 3">
            <a:extLst>
              <a:ext uri="{FF2B5EF4-FFF2-40B4-BE49-F238E27FC236}">
                <a16:creationId xmlns:a16="http://schemas.microsoft.com/office/drawing/2014/main" id="{DDBB1105-078D-42C1-BA9C-988A89702FDB}"/>
              </a:ext>
            </a:extLst>
          </p:cNvPr>
          <p:cNvPicPr>
            <a:picLocks noChangeAspect="1"/>
          </p:cNvPicPr>
          <p:nvPr/>
        </p:nvPicPr>
        <p:blipFill>
          <a:blip r:embed="rId2"/>
          <a:stretch>
            <a:fillRect/>
          </a:stretch>
        </p:blipFill>
        <p:spPr>
          <a:xfrm>
            <a:off x="367115" y="3853849"/>
            <a:ext cx="3960318" cy="1988151"/>
          </a:xfrm>
          <a:prstGeom prst="rect">
            <a:avLst/>
          </a:prstGeom>
        </p:spPr>
      </p:pic>
    </p:spTree>
    <p:extLst>
      <p:ext uri="{BB962C8B-B14F-4D97-AF65-F5344CB8AC3E}">
        <p14:creationId xmlns:p14="http://schemas.microsoft.com/office/powerpoint/2010/main" val="2748773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19C052EA-05E2-403D-965E-52D1BFFA2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170041-9921-4FF3-B514-856E506C5319}"/>
              </a:ext>
            </a:extLst>
          </p:cNvPr>
          <p:cNvSpPr>
            <a:spLocks noGrp="1"/>
          </p:cNvSpPr>
          <p:nvPr>
            <p:ph type="title"/>
          </p:nvPr>
        </p:nvSpPr>
        <p:spPr>
          <a:xfrm>
            <a:off x="838200" y="346076"/>
            <a:ext cx="10515600" cy="1094740"/>
          </a:xfrm>
        </p:spPr>
        <p:txBody>
          <a:bodyPr vert="horz" lIns="91440" tIns="45720" rIns="91440" bIns="45720" rtlCol="0" anchor="ctr">
            <a:normAutofit/>
          </a:bodyPr>
          <a:lstStyle/>
          <a:p>
            <a:r>
              <a:rPr lang="en-US" b="1" u="sng" kern="1200">
                <a:solidFill>
                  <a:schemeClr val="bg1"/>
                </a:solidFill>
                <a:latin typeface="+mj-lt"/>
                <a:ea typeface="+mj-ea"/>
                <a:cs typeface="+mj-cs"/>
              </a:rPr>
              <a:t>CONVOLUTIONAL NEURAL NETWORK (CNN)</a:t>
            </a:r>
          </a:p>
        </p:txBody>
      </p:sp>
      <p:sp useBgFill="1">
        <p:nvSpPr>
          <p:cNvPr id="52" name="Rectangle 51">
            <a:extLst>
              <a:ext uri="{FF2B5EF4-FFF2-40B4-BE49-F238E27FC236}">
                <a16:creationId xmlns:a16="http://schemas.microsoft.com/office/drawing/2014/main" id="{4C1936B8-2FFB-4F78-8388-B8C282B8A5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04B1572-43BF-410E-BEA7-A4488A40C4AE}"/>
              </a:ext>
            </a:extLst>
          </p:cNvPr>
          <p:cNvSpPr txBox="1"/>
          <p:nvPr/>
        </p:nvSpPr>
        <p:spPr>
          <a:xfrm>
            <a:off x="6638290" y="2055814"/>
            <a:ext cx="5182235" cy="4392295"/>
          </a:xfrm>
          <a:prstGeom prst="rect">
            <a:avLst/>
          </a:prstGeom>
        </p:spPr>
        <p:txBody>
          <a:bodyPr vert="horz" lIns="91440" tIns="45720" rIns="91440" bIns="45720" rtlCol="0" anchor="ctr">
            <a:normAutofit fontScale="70000" lnSpcReduction="20000"/>
          </a:bodyPr>
          <a:lstStyle/>
          <a:p>
            <a:pPr>
              <a:lnSpc>
                <a:spcPct val="90000"/>
              </a:lnSpc>
              <a:spcAft>
                <a:spcPts val="600"/>
              </a:spcAft>
            </a:pPr>
            <a:r>
              <a:rPr lang="en-US" sz="3300" b="1" dirty="0"/>
              <a:t>WHY CONVOLUTIONAL NEURAL NETWORK?</a:t>
            </a:r>
          </a:p>
          <a:p>
            <a:pPr indent="-228600">
              <a:lnSpc>
                <a:spcPct val="90000"/>
              </a:lnSpc>
              <a:spcAft>
                <a:spcPts val="600"/>
              </a:spcAft>
              <a:buFont typeface="Arial" panose="020B0604020202020204" pitchFamily="34" charset="0"/>
              <a:buChar char="•"/>
            </a:pPr>
            <a:endParaRPr lang="en-US" sz="2600" dirty="0"/>
          </a:p>
          <a:p>
            <a:pPr marL="285750" indent="-228600">
              <a:lnSpc>
                <a:spcPct val="90000"/>
              </a:lnSpc>
              <a:spcAft>
                <a:spcPts val="600"/>
              </a:spcAft>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CNN has various advantages as compared to other training models such as faster processing, less complexity and less dense network.</a:t>
            </a:r>
            <a:endParaRPr lang="en-US" sz="2600" dirty="0"/>
          </a:p>
          <a:p>
            <a:pPr marL="285750" indent="-228600">
              <a:lnSpc>
                <a:spcPct val="90000"/>
              </a:lnSpc>
              <a:spcAft>
                <a:spcPts val="600"/>
              </a:spcAft>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CNN has a simple architecture in which the neurons of each layer are not connected to all the other neurons of the intermediate layer thus reducing the complexity and time.</a:t>
            </a:r>
            <a:endParaRPr lang="en-US" sz="2600" dirty="0"/>
          </a:p>
          <a:p>
            <a:pPr marL="285750" indent="-228600">
              <a:lnSpc>
                <a:spcPct val="90000"/>
              </a:lnSpc>
              <a:spcAft>
                <a:spcPts val="600"/>
              </a:spcAft>
              <a:buFont typeface="Arial" panose="020B0604020202020204" pitchFamily="34" charset="0"/>
              <a:buChar char="•"/>
            </a:pPr>
            <a:r>
              <a:rPr lang="en-US" sz="2600" dirty="0"/>
              <a:t>In CNN, each pixels is considered as an input. The input pixels are stored in the form of a matrix. CNN is used for reducing the dimensionality of the input matrix. </a:t>
            </a:r>
          </a:p>
          <a:p>
            <a:pPr marL="285750" indent="-228600">
              <a:lnSpc>
                <a:spcPct val="90000"/>
              </a:lnSpc>
              <a:spcAft>
                <a:spcPts val="600"/>
              </a:spcAft>
              <a:buFont typeface="Arial" panose="020B0604020202020204" pitchFamily="34" charset="0"/>
              <a:buChar char="•"/>
            </a:pPr>
            <a:r>
              <a:rPr lang="en-US" sz="2600" dirty="0"/>
              <a:t>There are 3 important steps for doing this in CNN:</a:t>
            </a:r>
          </a:p>
          <a:p>
            <a:pPr marL="742950" lvl="1" indent="-228600">
              <a:lnSpc>
                <a:spcPct val="90000"/>
              </a:lnSpc>
              <a:spcAft>
                <a:spcPts val="600"/>
              </a:spcAft>
              <a:buFont typeface="Arial" panose="020B0604020202020204" pitchFamily="34" charset="0"/>
              <a:buChar char="•"/>
            </a:pPr>
            <a:r>
              <a:rPr lang="en-US" sz="2600" dirty="0"/>
              <a:t>Convolutional operation</a:t>
            </a:r>
          </a:p>
          <a:p>
            <a:pPr marL="742950" lvl="1" indent="-228600">
              <a:lnSpc>
                <a:spcPct val="90000"/>
              </a:lnSpc>
              <a:spcAft>
                <a:spcPts val="600"/>
              </a:spcAft>
              <a:buFont typeface="Arial" panose="020B0604020202020204" pitchFamily="34" charset="0"/>
              <a:buChar char="•"/>
            </a:pPr>
            <a:r>
              <a:rPr lang="en-US" sz="2600" dirty="0"/>
              <a:t>Pooling</a:t>
            </a:r>
          </a:p>
          <a:p>
            <a:pPr marL="742950" lvl="1" indent="-228600">
              <a:lnSpc>
                <a:spcPct val="90000"/>
              </a:lnSpc>
              <a:spcAft>
                <a:spcPts val="600"/>
              </a:spcAft>
              <a:buFont typeface="Arial" panose="020B0604020202020204" pitchFamily="34" charset="0"/>
              <a:buChar char="•"/>
            </a:pPr>
            <a:r>
              <a:rPr lang="en-US" sz="2600" dirty="0"/>
              <a:t>Flattening</a:t>
            </a:r>
          </a:p>
          <a:p>
            <a:pPr marL="285750" indent="-228600">
              <a:lnSpc>
                <a:spcPct val="90000"/>
              </a:lnSpc>
              <a:spcAft>
                <a:spcPts val="600"/>
              </a:spcAft>
              <a:buFont typeface="Arial" panose="020B0604020202020204" pitchFamily="34" charset="0"/>
              <a:buChar char="•"/>
            </a:pPr>
            <a:endParaRPr lang="en-US" sz="1100" dirty="0"/>
          </a:p>
        </p:txBody>
      </p:sp>
      <p:sp>
        <p:nvSpPr>
          <p:cNvPr id="11" name="TextBox 10">
            <a:extLst>
              <a:ext uri="{FF2B5EF4-FFF2-40B4-BE49-F238E27FC236}">
                <a16:creationId xmlns:a16="http://schemas.microsoft.com/office/drawing/2014/main" id="{34B3547B-B984-4482-9616-FE7AFD0FB721}"/>
              </a:ext>
            </a:extLst>
          </p:cNvPr>
          <p:cNvSpPr txBox="1"/>
          <p:nvPr/>
        </p:nvSpPr>
        <p:spPr>
          <a:xfrm>
            <a:off x="838200" y="2242613"/>
            <a:ext cx="4897119" cy="1815882"/>
          </a:xfrm>
          <a:prstGeom prst="rect">
            <a:avLst/>
          </a:prstGeom>
          <a:noFill/>
        </p:spPr>
        <p:txBody>
          <a:bodyPr wrap="square" rtlCol="0">
            <a:spAutoFit/>
          </a:bodyPr>
          <a:lstStyle/>
          <a:p>
            <a:r>
              <a:rPr lang="en-US" sz="1600" b="1" dirty="0"/>
              <a:t>A convolutional neural network is a class of neural networks, commonly applied to analyzing visual imagery. The convolutional neural network is a specialized type of neural network model that is designed for working with image data of different dimensions. </a:t>
            </a:r>
          </a:p>
          <a:p>
            <a:endParaRPr lang="en-IN" sz="1600" dirty="0"/>
          </a:p>
        </p:txBody>
      </p:sp>
      <p:sp>
        <p:nvSpPr>
          <p:cNvPr id="17" name="Rectangle 16">
            <a:extLst>
              <a:ext uri="{FF2B5EF4-FFF2-40B4-BE49-F238E27FC236}">
                <a16:creationId xmlns:a16="http://schemas.microsoft.com/office/drawing/2014/main" id="{76978D33-03B5-4AEF-B247-32CAE59A8854}"/>
              </a:ext>
            </a:extLst>
          </p:cNvPr>
          <p:cNvSpPr/>
          <p:nvPr/>
        </p:nvSpPr>
        <p:spPr>
          <a:xfrm>
            <a:off x="147320" y="3929578"/>
            <a:ext cx="6343650" cy="213667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pic>
        <p:nvPicPr>
          <p:cNvPr id="32" name="Picture 31">
            <a:extLst>
              <a:ext uri="{FF2B5EF4-FFF2-40B4-BE49-F238E27FC236}">
                <a16:creationId xmlns:a16="http://schemas.microsoft.com/office/drawing/2014/main" id="{732B3047-4DC6-4B39-BEB9-ECA252256921}"/>
              </a:ext>
            </a:extLst>
          </p:cNvPr>
          <p:cNvPicPr>
            <a:picLocks noChangeAspect="1"/>
          </p:cNvPicPr>
          <p:nvPr/>
        </p:nvPicPr>
        <p:blipFill>
          <a:blip r:embed="rId2"/>
          <a:stretch>
            <a:fillRect/>
          </a:stretch>
        </p:blipFill>
        <p:spPr>
          <a:xfrm>
            <a:off x="488316" y="3986994"/>
            <a:ext cx="5661658" cy="2021841"/>
          </a:xfrm>
          <a:prstGeom prst="rect">
            <a:avLst/>
          </a:prstGeom>
        </p:spPr>
      </p:pic>
    </p:spTree>
    <p:extLst>
      <p:ext uri="{BB962C8B-B14F-4D97-AF65-F5344CB8AC3E}">
        <p14:creationId xmlns:p14="http://schemas.microsoft.com/office/powerpoint/2010/main" val="1619560292"/>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464595"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546337"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6B9830-164D-46ED-8AA1-D06ED1BA4FA0}"/>
              </a:ext>
            </a:extLst>
          </p:cNvPr>
          <p:cNvSpPr>
            <a:spLocks noGrp="1"/>
          </p:cNvSpPr>
          <p:nvPr>
            <p:ph type="title"/>
          </p:nvPr>
        </p:nvSpPr>
        <p:spPr>
          <a:xfrm>
            <a:off x="804672" y="640263"/>
            <a:ext cx="5157216" cy="1344975"/>
          </a:xfrm>
        </p:spPr>
        <p:txBody>
          <a:bodyPr>
            <a:normAutofit/>
          </a:bodyPr>
          <a:lstStyle/>
          <a:p>
            <a:r>
              <a:rPr lang="en-IN" sz="4000" b="1" u="sng"/>
              <a:t>WORKING OF CNN</a:t>
            </a:r>
          </a:p>
        </p:txBody>
      </p:sp>
      <p:sp>
        <p:nvSpPr>
          <p:cNvPr id="3" name="Content Placeholder 2">
            <a:extLst>
              <a:ext uri="{FF2B5EF4-FFF2-40B4-BE49-F238E27FC236}">
                <a16:creationId xmlns:a16="http://schemas.microsoft.com/office/drawing/2014/main" id="{998525D1-DF53-4C93-AB32-46407AAE8E2F}"/>
              </a:ext>
            </a:extLst>
          </p:cNvPr>
          <p:cNvSpPr>
            <a:spLocks noGrp="1"/>
          </p:cNvSpPr>
          <p:nvPr>
            <p:ph idx="1"/>
          </p:nvPr>
        </p:nvSpPr>
        <p:spPr>
          <a:xfrm>
            <a:off x="804672" y="2121763"/>
            <a:ext cx="5157216" cy="3773010"/>
          </a:xfrm>
        </p:spPr>
        <p:txBody>
          <a:bodyPr>
            <a:normAutofit/>
          </a:bodyPr>
          <a:lstStyle/>
          <a:p>
            <a:pPr marL="0" indent="0">
              <a:buNone/>
            </a:pPr>
            <a:r>
              <a:rPr lang="en-IN" sz="1700" b="1" dirty="0"/>
              <a:t>1. </a:t>
            </a:r>
            <a:r>
              <a:rPr lang="en-IN" sz="1700" b="1" u="sng" dirty="0"/>
              <a:t>CONVOLUTIONAL OPERATION</a:t>
            </a:r>
          </a:p>
          <a:p>
            <a:pPr marL="0" indent="0">
              <a:buNone/>
            </a:pPr>
            <a:endParaRPr lang="en-IN" sz="1700" b="1" dirty="0"/>
          </a:p>
          <a:p>
            <a:r>
              <a:rPr lang="en-IN" sz="1700" dirty="0"/>
              <a:t>In convolutional operation we need 2 matrices, one representing the image and second matrix representing the kernel (feature detector) in order to find the most relevant feature of the given image. </a:t>
            </a:r>
          </a:p>
          <a:p>
            <a:r>
              <a:rPr lang="en-IN" sz="1700" dirty="0"/>
              <a:t>But there are a large numbers of feature detectors that can be used in the algorithm. </a:t>
            </a:r>
          </a:p>
          <a:p>
            <a:r>
              <a:rPr lang="en-IN" sz="1700" dirty="0"/>
              <a:t>Convolutional neural network uses a large number of kernels and during the training period it eventually selects the best possible. </a:t>
            </a:r>
          </a:p>
          <a:p>
            <a:r>
              <a:rPr lang="en-IN" sz="1700" dirty="0"/>
              <a:t>After applying the feature detector on the original image we end up with a </a:t>
            </a:r>
            <a:r>
              <a:rPr lang="en-IN" sz="1700" b="1" dirty="0"/>
              <a:t>feature map.</a:t>
            </a:r>
            <a:endParaRPr lang="en-IN" sz="1700" dirty="0"/>
          </a:p>
          <a:p>
            <a:pPr marL="0" indent="0">
              <a:buNone/>
            </a:pPr>
            <a:endParaRPr lang="en-IN" sz="1700" dirty="0"/>
          </a:p>
        </p:txBody>
      </p:sp>
      <p:pic>
        <p:nvPicPr>
          <p:cNvPr id="5" name="Picture 4" descr="A close up of a keyboard&#10;&#10;Description automatically generated">
            <a:extLst>
              <a:ext uri="{FF2B5EF4-FFF2-40B4-BE49-F238E27FC236}">
                <a16:creationId xmlns:a16="http://schemas.microsoft.com/office/drawing/2014/main" id="{9D8782E1-E3E6-46A0-ABC2-BB624EA415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6840" y="2309142"/>
            <a:ext cx="5373767" cy="2364458"/>
          </a:xfrm>
          <a:prstGeom prst="rect">
            <a:avLst/>
          </a:prstGeom>
        </p:spPr>
      </p:pic>
    </p:spTree>
    <p:extLst>
      <p:ext uri="{BB962C8B-B14F-4D97-AF65-F5344CB8AC3E}">
        <p14:creationId xmlns:p14="http://schemas.microsoft.com/office/powerpoint/2010/main" val="402439852"/>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464595"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546337"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442F1ED-7F65-4F6A-89ED-9C8859B06BC6}"/>
              </a:ext>
            </a:extLst>
          </p:cNvPr>
          <p:cNvSpPr>
            <a:spLocks noGrp="1"/>
          </p:cNvSpPr>
          <p:nvPr>
            <p:ph type="title"/>
          </p:nvPr>
        </p:nvSpPr>
        <p:spPr>
          <a:xfrm>
            <a:off x="804672" y="640263"/>
            <a:ext cx="5157216" cy="1344975"/>
          </a:xfrm>
        </p:spPr>
        <p:txBody>
          <a:bodyPr>
            <a:normAutofit/>
          </a:bodyPr>
          <a:lstStyle/>
          <a:p>
            <a:r>
              <a:rPr lang="en-IN" sz="4000" b="1" u="sng" dirty="0"/>
              <a:t>WORKING OF CNN</a:t>
            </a:r>
          </a:p>
        </p:txBody>
      </p:sp>
      <p:sp>
        <p:nvSpPr>
          <p:cNvPr id="3" name="Content Placeholder 2">
            <a:extLst>
              <a:ext uri="{FF2B5EF4-FFF2-40B4-BE49-F238E27FC236}">
                <a16:creationId xmlns:a16="http://schemas.microsoft.com/office/drawing/2014/main" id="{95DC9FC0-41DE-444C-A8BC-0A6424B650FD}"/>
              </a:ext>
            </a:extLst>
          </p:cNvPr>
          <p:cNvSpPr>
            <a:spLocks noGrp="1"/>
          </p:cNvSpPr>
          <p:nvPr>
            <p:ph idx="1"/>
          </p:nvPr>
        </p:nvSpPr>
        <p:spPr>
          <a:xfrm>
            <a:off x="804672" y="2121763"/>
            <a:ext cx="5157216" cy="3773010"/>
          </a:xfrm>
        </p:spPr>
        <p:txBody>
          <a:bodyPr>
            <a:normAutofit/>
          </a:bodyPr>
          <a:lstStyle/>
          <a:p>
            <a:pPr marL="0" indent="0">
              <a:buNone/>
            </a:pPr>
            <a:r>
              <a:rPr lang="en-IN" sz="1700" dirty="0"/>
              <a:t>2. </a:t>
            </a:r>
            <a:r>
              <a:rPr lang="en-IN" sz="1700" b="1" u="sng" dirty="0"/>
              <a:t>POOLING</a:t>
            </a:r>
          </a:p>
          <a:p>
            <a:pPr marL="0" indent="0">
              <a:buNone/>
            </a:pPr>
            <a:endParaRPr lang="en-IN" sz="1700" u="sng" dirty="0"/>
          </a:p>
          <a:p>
            <a:r>
              <a:rPr lang="en-IN" sz="1700" dirty="0"/>
              <a:t>Pooling is applied to the feature maps. </a:t>
            </a:r>
            <a:endParaRPr lang="en-IN" sz="1700" u="sng" dirty="0"/>
          </a:p>
          <a:p>
            <a:r>
              <a:rPr lang="en-IN" sz="1700" dirty="0"/>
              <a:t>With pooling we deal with spatial invariance.  We just care about the most relevant features of the input and not the background noise.</a:t>
            </a:r>
          </a:p>
          <a:p>
            <a:r>
              <a:rPr lang="en-IN" sz="1700" dirty="0"/>
              <a:t>The output after pooling would be a feature map with most prominent features of the previous one. </a:t>
            </a:r>
          </a:p>
          <a:p>
            <a:r>
              <a:rPr lang="en-IN" sz="1700" dirty="0"/>
              <a:t>There can be many types of pooling operations like max pooling, average pooling </a:t>
            </a:r>
            <a:r>
              <a:rPr lang="en-IN" sz="1700" dirty="0" err="1"/>
              <a:t>etx</a:t>
            </a:r>
            <a:r>
              <a:rPr lang="en-IN" sz="1700" dirty="0"/>
              <a:t>. Max pooling is considered to be the best one as it gives the most relevant features</a:t>
            </a:r>
            <a:endParaRPr lang="en-IN" sz="1700" u="sng" dirty="0"/>
          </a:p>
        </p:txBody>
      </p:sp>
      <p:pic>
        <p:nvPicPr>
          <p:cNvPr id="5" name="Picture 4" descr="A screenshot of a cell phone&#10;&#10;Description automatically generated">
            <a:extLst>
              <a:ext uri="{FF2B5EF4-FFF2-40B4-BE49-F238E27FC236}">
                <a16:creationId xmlns:a16="http://schemas.microsoft.com/office/drawing/2014/main" id="{87160904-B3AA-4C6D-93E3-ED6B78242F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4594" y="2206842"/>
            <a:ext cx="5785365" cy="2444316"/>
          </a:xfrm>
          <a:prstGeom prst="rect">
            <a:avLst/>
          </a:prstGeom>
        </p:spPr>
      </p:pic>
    </p:spTree>
    <p:extLst>
      <p:ext uri="{BB962C8B-B14F-4D97-AF65-F5344CB8AC3E}">
        <p14:creationId xmlns:p14="http://schemas.microsoft.com/office/powerpoint/2010/main" val="1584689356"/>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464595"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546337"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F7CE21-E1B8-4666-B9B8-7869B9E51BB8}"/>
              </a:ext>
            </a:extLst>
          </p:cNvPr>
          <p:cNvSpPr>
            <a:spLocks noGrp="1"/>
          </p:cNvSpPr>
          <p:nvPr>
            <p:ph type="title"/>
          </p:nvPr>
        </p:nvSpPr>
        <p:spPr>
          <a:xfrm>
            <a:off x="804672" y="640263"/>
            <a:ext cx="5157216" cy="1344975"/>
          </a:xfrm>
        </p:spPr>
        <p:txBody>
          <a:bodyPr>
            <a:normAutofit/>
          </a:bodyPr>
          <a:lstStyle/>
          <a:p>
            <a:r>
              <a:rPr lang="en-IN" sz="4000" b="1" u="sng" dirty="0"/>
              <a:t>WORKING OF CNN</a:t>
            </a:r>
          </a:p>
        </p:txBody>
      </p:sp>
      <p:sp>
        <p:nvSpPr>
          <p:cNvPr id="3" name="Content Placeholder 2">
            <a:extLst>
              <a:ext uri="{FF2B5EF4-FFF2-40B4-BE49-F238E27FC236}">
                <a16:creationId xmlns:a16="http://schemas.microsoft.com/office/drawing/2014/main" id="{07E48EAA-FA89-459F-BBD9-D25C7A23E090}"/>
              </a:ext>
            </a:extLst>
          </p:cNvPr>
          <p:cNvSpPr>
            <a:spLocks noGrp="1"/>
          </p:cNvSpPr>
          <p:nvPr>
            <p:ph idx="1"/>
          </p:nvPr>
        </p:nvSpPr>
        <p:spPr>
          <a:xfrm>
            <a:off x="804672" y="2121763"/>
            <a:ext cx="5157216" cy="3773010"/>
          </a:xfrm>
        </p:spPr>
        <p:txBody>
          <a:bodyPr>
            <a:normAutofit/>
          </a:bodyPr>
          <a:lstStyle/>
          <a:p>
            <a:pPr marL="0" indent="0">
              <a:buNone/>
            </a:pPr>
            <a:r>
              <a:rPr lang="en-IN" sz="2000" dirty="0"/>
              <a:t>3. </a:t>
            </a:r>
            <a:r>
              <a:rPr lang="en-IN" sz="2000" b="1" u="sng" dirty="0"/>
              <a:t>FLATTENING</a:t>
            </a:r>
          </a:p>
          <a:p>
            <a:pPr marL="0" indent="0">
              <a:buNone/>
            </a:pPr>
            <a:endParaRPr lang="en-IN" sz="2000" b="1" u="sng" dirty="0"/>
          </a:p>
          <a:p>
            <a:r>
              <a:rPr lang="en-IN" sz="1700" dirty="0"/>
              <a:t>We transform the matrix that we got after the pooling operation into an one dimensional vector. </a:t>
            </a:r>
          </a:p>
          <a:p>
            <a:r>
              <a:rPr lang="en-IN" sz="1700" dirty="0"/>
              <a:t>These value will act as the input of the standard densely connected neural network.</a:t>
            </a:r>
          </a:p>
          <a:p>
            <a:r>
              <a:rPr lang="en-IN" sz="1700" dirty="0"/>
              <a:t>We can have as any numbers of convolutional layers and pooling layers in our neural network.  </a:t>
            </a:r>
          </a:p>
          <a:p>
            <a:pPr marL="0" indent="0">
              <a:buNone/>
            </a:pPr>
            <a:endParaRPr lang="en-IN" sz="2000" b="1" u="sng" dirty="0"/>
          </a:p>
        </p:txBody>
      </p:sp>
      <p:pic>
        <p:nvPicPr>
          <p:cNvPr id="5" name="Picture 4" descr="A screenshot of a cell phone&#10;&#10;Description automatically generated">
            <a:extLst>
              <a:ext uri="{FF2B5EF4-FFF2-40B4-BE49-F238E27FC236}">
                <a16:creationId xmlns:a16="http://schemas.microsoft.com/office/drawing/2014/main" id="{1F490FBB-4819-409A-AC6B-D4C5923C07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4594" y="1985238"/>
            <a:ext cx="5734338" cy="2920137"/>
          </a:xfrm>
          <a:prstGeom prst="rect">
            <a:avLst/>
          </a:prstGeom>
        </p:spPr>
      </p:pic>
    </p:spTree>
    <p:extLst>
      <p:ext uri="{BB962C8B-B14F-4D97-AF65-F5344CB8AC3E}">
        <p14:creationId xmlns:p14="http://schemas.microsoft.com/office/powerpoint/2010/main" val="175620948"/>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B10A1F-3819-4EF4-BFF0-A1428D358DF4}"/>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u="sng" dirty="0">
                <a:solidFill>
                  <a:schemeClr val="bg1"/>
                </a:solidFill>
              </a:rPr>
              <a:t>FULL </a:t>
            </a:r>
            <a:r>
              <a:rPr lang="en-US" sz="3200" b="1" u="sng" kern="1200" dirty="0">
                <a:solidFill>
                  <a:schemeClr val="bg1"/>
                </a:solidFill>
                <a:latin typeface="+mj-lt"/>
                <a:ea typeface="+mj-ea"/>
                <a:cs typeface="+mj-cs"/>
              </a:rPr>
              <a:t>ARCHITECTURE OF CONVOLUTIONAL NEURAL NETWORK</a:t>
            </a:r>
          </a:p>
        </p:txBody>
      </p:sp>
      <p:sp>
        <p:nvSpPr>
          <p:cNvPr id="5" name="Rectangle 4">
            <a:extLst>
              <a:ext uri="{FF2B5EF4-FFF2-40B4-BE49-F238E27FC236}">
                <a16:creationId xmlns:a16="http://schemas.microsoft.com/office/drawing/2014/main" id="{897F070A-6302-4E02-94F4-2B4FFC7E3144}"/>
              </a:ext>
            </a:extLst>
          </p:cNvPr>
          <p:cNvSpPr/>
          <p:nvPr/>
        </p:nvSpPr>
        <p:spPr>
          <a:xfrm>
            <a:off x="1462994" y="1872838"/>
            <a:ext cx="9398000" cy="451968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solidFill>
                <a:srgbClr val="FF0000"/>
              </a:solidFill>
              <a:highlight>
                <a:srgbClr val="FFFF00"/>
              </a:highlight>
            </a:endParaRPr>
          </a:p>
        </p:txBody>
      </p:sp>
      <p:pic>
        <p:nvPicPr>
          <p:cNvPr id="24" name="Picture 23">
            <a:extLst>
              <a:ext uri="{FF2B5EF4-FFF2-40B4-BE49-F238E27FC236}">
                <a16:creationId xmlns:a16="http://schemas.microsoft.com/office/drawing/2014/main" id="{26192638-DC2A-4ED5-A6E2-DD607A409AA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720849" y="2114232"/>
            <a:ext cx="8880475" cy="4092016"/>
          </a:xfrm>
          <a:prstGeom prst="rect">
            <a:avLst/>
          </a:prstGeom>
          <a:noFill/>
          <a:ln w="19050">
            <a:solidFill>
              <a:schemeClr val="tx1"/>
            </a:solidFill>
          </a:ln>
        </p:spPr>
      </p:pic>
    </p:spTree>
    <p:extLst>
      <p:ext uri="{BB962C8B-B14F-4D97-AF65-F5344CB8AC3E}">
        <p14:creationId xmlns:p14="http://schemas.microsoft.com/office/powerpoint/2010/main" val="922632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464595"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546337"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4E8099E-98F7-4BA5-AD54-61E144507AB7}"/>
              </a:ext>
            </a:extLst>
          </p:cNvPr>
          <p:cNvSpPr>
            <a:spLocks noGrp="1"/>
          </p:cNvSpPr>
          <p:nvPr>
            <p:ph type="title"/>
          </p:nvPr>
        </p:nvSpPr>
        <p:spPr>
          <a:xfrm>
            <a:off x="804672" y="640263"/>
            <a:ext cx="5157216" cy="1344975"/>
          </a:xfrm>
        </p:spPr>
        <p:txBody>
          <a:bodyPr>
            <a:normAutofit/>
          </a:bodyPr>
          <a:lstStyle/>
          <a:p>
            <a:r>
              <a:rPr lang="en-IN" sz="4000" b="1" u="sng"/>
              <a:t>Mel Frequency Cepstral Coefficient (MFCC) </a:t>
            </a:r>
          </a:p>
        </p:txBody>
      </p:sp>
      <p:sp>
        <p:nvSpPr>
          <p:cNvPr id="3" name="Content Placeholder 2">
            <a:extLst>
              <a:ext uri="{FF2B5EF4-FFF2-40B4-BE49-F238E27FC236}">
                <a16:creationId xmlns:a16="http://schemas.microsoft.com/office/drawing/2014/main" id="{931F21EA-FB6A-4158-BC2A-3A52EEA417CE}"/>
              </a:ext>
            </a:extLst>
          </p:cNvPr>
          <p:cNvSpPr>
            <a:spLocks noGrp="1"/>
          </p:cNvSpPr>
          <p:nvPr>
            <p:ph idx="1"/>
          </p:nvPr>
        </p:nvSpPr>
        <p:spPr>
          <a:xfrm>
            <a:off x="804672" y="2121763"/>
            <a:ext cx="5157216" cy="3773010"/>
          </a:xfrm>
        </p:spPr>
        <p:txBody>
          <a:bodyPr>
            <a:normAutofit/>
          </a:bodyPr>
          <a:lstStyle/>
          <a:p>
            <a:endParaRPr lang="en-IN" sz="1700" dirty="0"/>
          </a:p>
          <a:p>
            <a:r>
              <a:rPr lang="en-IN" sz="1700" dirty="0"/>
              <a:t>The Mel Frequency Cepstral Coefficients (</a:t>
            </a:r>
            <a:r>
              <a:rPr lang="en-IN" sz="1700" b="1" dirty="0"/>
              <a:t>MFCCs</a:t>
            </a:r>
            <a:r>
              <a:rPr lang="en-IN" sz="1700" dirty="0"/>
              <a:t>) of a signal are a small set of features which concisely describe the overall shape of a spectral envelope.</a:t>
            </a:r>
          </a:p>
          <a:p>
            <a:r>
              <a:rPr lang="en-IN" sz="1700" dirty="0"/>
              <a:t>MFCCs can easily identify the frequency and amplitude of the sound wave coming from the voice of a person and can plot it in the form of a graph.</a:t>
            </a:r>
          </a:p>
          <a:p>
            <a:r>
              <a:rPr lang="en-IN" sz="1700" dirty="0"/>
              <a:t>MFCC represents audio signals in </a:t>
            </a:r>
            <a:r>
              <a:rPr lang="en-IN" sz="1700"/>
              <a:t>3 dimensions.</a:t>
            </a:r>
          </a:p>
          <a:p>
            <a:r>
              <a:rPr lang="en-IN" sz="1700" dirty="0"/>
              <a:t>Each of the audio file is converted to it’s MFCC representation and then passed as an input in the model. MFCC is the most used representation of the spectral property of voice signals.</a:t>
            </a:r>
          </a:p>
          <a:p>
            <a:endParaRPr lang="en-IN" sz="1700" dirty="0"/>
          </a:p>
          <a:p>
            <a:endParaRPr lang="en-IN" sz="1700" dirty="0"/>
          </a:p>
        </p:txBody>
      </p:sp>
      <p:pic>
        <p:nvPicPr>
          <p:cNvPr id="5" name="Picture 4">
            <a:extLst>
              <a:ext uri="{FF2B5EF4-FFF2-40B4-BE49-F238E27FC236}">
                <a16:creationId xmlns:a16="http://schemas.microsoft.com/office/drawing/2014/main" id="{DA8865E4-54D9-4886-BB55-3C72FC25D3CC}"/>
              </a:ext>
            </a:extLst>
          </p:cNvPr>
          <p:cNvPicPr/>
          <p:nvPr/>
        </p:nvPicPr>
        <p:blipFill>
          <a:blip r:embed="rId2" cstate="print">
            <a:extLst>
              <a:ext uri="{28A0092B-C50C-407E-A947-70E740481C1C}">
                <a14:useLocalDpi xmlns:a14="http://schemas.microsoft.com/office/drawing/2010/main" val="0"/>
              </a:ext>
            </a:extLst>
          </a:blip>
          <a:stretch>
            <a:fillRect/>
          </a:stretch>
        </p:blipFill>
        <p:spPr bwMode="auto">
          <a:xfrm>
            <a:off x="6583680" y="2397760"/>
            <a:ext cx="5496560" cy="2844801"/>
          </a:xfrm>
          <a:prstGeom prst="rect">
            <a:avLst/>
          </a:prstGeom>
          <a:noFill/>
        </p:spPr>
      </p:pic>
    </p:spTree>
    <p:extLst>
      <p:ext uri="{BB962C8B-B14F-4D97-AF65-F5344CB8AC3E}">
        <p14:creationId xmlns:p14="http://schemas.microsoft.com/office/powerpoint/2010/main" val="2782166726"/>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8328" y="303591"/>
            <a:ext cx="3657600"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C74807-3C21-4566-811B-D47958BC4C50}"/>
              </a:ext>
            </a:extLst>
          </p:cNvPr>
          <p:cNvSpPr>
            <a:spLocks noGrp="1"/>
          </p:cNvSpPr>
          <p:nvPr>
            <p:ph type="title"/>
          </p:nvPr>
        </p:nvSpPr>
        <p:spPr>
          <a:xfrm>
            <a:off x="594360" y="637125"/>
            <a:ext cx="3163824" cy="5256371"/>
          </a:xfrm>
        </p:spPr>
        <p:txBody>
          <a:bodyPr>
            <a:normAutofit/>
          </a:bodyPr>
          <a:lstStyle/>
          <a:p>
            <a:r>
              <a:rPr lang="en-US" b="1" u="sng">
                <a:solidFill>
                  <a:schemeClr val="bg1"/>
                </a:solidFill>
              </a:rPr>
              <a:t>STEPS FOLLOWED IN THE PROJECT</a:t>
            </a:r>
            <a:endParaRPr lang="en-IN" b="1" u="sng">
              <a:solidFill>
                <a:schemeClr val="bg1"/>
              </a:solidFill>
            </a:endParaRPr>
          </a:p>
        </p:txBody>
      </p:sp>
      <p:graphicFrame>
        <p:nvGraphicFramePr>
          <p:cNvPr id="5" name="Content Placeholder 2">
            <a:extLst>
              <a:ext uri="{FF2B5EF4-FFF2-40B4-BE49-F238E27FC236}">
                <a16:creationId xmlns:a16="http://schemas.microsoft.com/office/drawing/2014/main" id="{C965084A-327C-4518-8B6C-F4CBC226CDF4}"/>
              </a:ext>
            </a:extLst>
          </p:cNvPr>
          <p:cNvGraphicFramePr>
            <a:graphicFrameLocks noGrp="1"/>
          </p:cNvGraphicFramePr>
          <p:nvPr>
            <p:ph idx="1"/>
            <p:extLst>
              <p:ext uri="{D42A27DB-BD31-4B8C-83A1-F6EECF244321}">
                <p14:modId xmlns:p14="http://schemas.microsoft.com/office/powerpoint/2010/main" val="3928586140"/>
              </p:ext>
            </p:extLst>
          </p:nvPr>
        </p:nvGraphicFramePr>
        <p:xfrm>
          <a:off x="4517136" y="303591"/>
          <a:ext cx="7242048"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58237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18">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8328" y="303591"/>
            <a:ext cx="3657600"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4ACD21-77D1-42B0-BA47-C18A920F7F53}"/>
              </a:ext>
            </a:extLst>
          </p:cNvPr>
          <p:cNvSpPr>
            <a:spLocks noGrp="1"/>
          </p:cNvSpPr>
          <p:nvPr>
            <p:ph type="title"/>
          </p:nvPr>
        </p:nvSpPr>
        <p:spPr>
          <a:xfrm>
            <a:off x="594360" y="637125"/>
            <a:ext cx="3163824" cy="5256371"/>
          </a:xfrm>
        </p:spPr>
        <p:txBody>
          <a:bodyPr>
            <a:normAutofit/>
          </a:bodyPr>
          <a:lstStyle/>
          <a:p>
            <a:r>
              <a:rPr lang="en-US" b="1" u="sng" dirty="0">
                <a:solidFill>
                  <a:schemeClr val="bg1"/>
                </a:solidFill>
              </a:rPr>
              <a:t>LIBRARIES AND PACKAGES USED</a:t>
            </a:r>
            <a:endParaRPr lang="en-IN" b="1" u="sng" dirty="0">
              <a:solidFill>
                <a:schemeClr val="bg1"/>
              </a:solidFill>
            </a:endParaRPr>
          </a:p>
        </p:txBody>
      </p:sp>
      <p:graphicFrame>
        <p:nvGraphicFramePr>
          <p:cNvPr id="14" name="Content Placeholder 2">
            <a:extLst>
              <a:ext uri="{FF2B5EF4-FFF2-40B4-BE49-F238E27FC236}">
                <a16:creationId xmlns:a16="http://schemas.microsoft.com/office/drawing/2014/main" id="{6D61A967-293C-46CF-8842-084592655BE5}"/>
              </a:ext>
            </a:extLst>
          </p:cNvPr>
          <p:cNvGraphicFramePr>
            <a:graphicFrameLocks noGrp="1"/>
          </p:cNvGraphicFramePr>
          <p:nvPr>
            <p:ph idx="1"/>
            <p:extLst>
              <p:ext uri="{D42A27DB-BD31-4B8C-83A1-F6EECF244321}">
                <p14:modId xmlns:p14="http://schemas.microsoft.com/office/powerpoint/2010/main" val="3170998761"/>
              </p:ext>
            </p:extLst>
          </p:nvPr>
        </p:nvGraphicFramePr>
        <p:xfrm>
          <a:off x="4517136" y="303591"/>
          <a:ext cx="7242048"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2499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5">
            <a:extLst>
              <a:ext uri="{FF2B5EF4-FFF2-40B4-BE49-F238E27FC236}">
                <a16:creationId xmlns:a16="http://schemas.microsoft.com/office/drawing/2014/main" id="{D1C26593-9A51-48FE-9FA2-A9052E57F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78"/>
            <a:ext cx="12192000" cy="68584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15">
            <a:extLst>
              <a:ext uri="{FF2B5EF4-FFF2-40B4-BE49-F238E27FC236}">
                <a16:creationId xmlns:a16="http://schemas.microsoft.com/office/drawing/2014/main" id="{B9D473B1-934D-4F2D-AC4B-5BFB4BAC5D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42603" cy="6858000"/>
          </a:xfrm>
          <a:custGeom>
            <a:avLst/>
            <a:gdLst>
              <a:gd name="connsiteX0" fmla="*/ 0 w 9742603"/>
              <a:gd name="connsiteY0" fmla="*/ 0 h 6858000"/>
              <a:gd name="connsiteX1" fmla="*/ 152400 w 9742603"/>
              <a:gd name="connsiteY1" fmla="*/ 0 h 6858000"/>
              <a:gd name="connsiteX2" fmla="*/ 6566449 w 9742603"/>
              <a:gd name="connsiteY2" fmla="*/ 0 h 6858000"/>
              <a:gd name="connsiteX3" fmla="*/ 9742603 w 9742603"/>
              <a:gd name="connsiteY3" fmla="*/ 6858000 h 6858000"/>
              <a:gd name="connsiteX4" fmla="*/ 152400 w 9742603"/>
              <a:gd name="connsiteY4" fmla="*/ 6858000 h 6858000"/>
              <a:gd name="connsiteX5" fmla="*/ 0 w 9742603"/>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42603" h="6858000">
                <a:moveTo>
                  <a:pt x="0" y="0"/>
                </a:moveTo>
                <a:lnTo>
                  <a:pt x="152400" y="0"/>
                </a:lnTo>
                <a:lnTo>
                  <a:pt x="6566449" y="0"/>
                </a:lnTo>
                <a:lnTo>
                  <a:pt x="9742603" y="6858000"/>
                </a:lnTo>
                <a:lnTo>
                  <a:pt x="152400" y="6858000"/>
                </a:lnTo>
                <a:lnTo>
                  <a:pt x="0" y="685800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11">
            <a:extLst>
              <a:ext uri="{FF2B5EF4-FFF2-40B4-BE49-F238E27FC236}">
                <a16:creationId xmlns:a16="http://schemas.microsoft.com/office/drawing/2014/main" id="{CDE3C03E-D949-4F50-AAFA-3278B22121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380336" cy="6858000"/>
          </a:xfrm>
          <a:custGeom>
            <a:avLst/>
            <a:gdLst>
              <a:gd name="connsiteX0" fmla="*/ 0 w 9380336"/>
              <a:gd name="connsiteY0" fmla="*/ 0 h 6858000"/>
              <a:gd name="connsiteX1" fmla="*/ 6204182 w 9380336"/>
              <a:gd name="connsiteY1" fmla="*/ 0 h 6858000"/>
              <a:gd name="connsiteX2" fmla="*/ 9380336 w 9380336"/>
              <a:gd name="connsiteY2" fmla="*/ 6858000 h 6858000"/>
              <a:gd name="connsiteX3" fmla="*/ 0 w 938033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380336" h="6858000">
                <a:moveTo>
                  <a:pt x="0" y="0"/>
                </a:moveTo>
                <a:lnTo>
                  <a:pt x="6204182" y="0"/>
                </a:lnTo>
                <a:lnTo>
                  <a:pt x="9380336" y="6858000"/>
                </a:lnTo>
                <a:lnTo>
                  <a:pt x="0" y="6858000"/>
                </a:lnTo>
                <a:close/>
              </a:path>
            </a:pathLst>
          </a:custGeom>
          <a:solidFill>
            <a:schemeClr val="bg1">
              <a:lumMod val="85000"/>
              <a:lumOff val="1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7DA5592-F925-41D5-A7E5-AEDB909B0EDA}"/>
              </a:ext>
            </a:extLst>
          </p:cNvPr>
          <p:cNvSpPr>
            <a:spLocks noGrp="1"/>
          </p:cNvSpPr>
          <p:nvPr>
            <p:ph type="title"/>
          </p:nvPr>
        </p:nvSpPr>
        <p:spPr>
          <a:xfrm>
            <a:off x="838200" y="365125"/>
            <a:ext cx="5191125" cy="1325563"/>
          </a:xfrm>
        </p:spPr>
        <p:txBody>
          <a:bodyPr>
            <a:normAutofit fontScale="90000"/>
          </a:bodyPr>
          <a:lstStyle/>
          <a:p>
            <a:r>
              <a:rPr lang="en-IN" sz="4100" b="1" u="sng"/>
              <a:t>DEVELOPMENT TOOLS AND TECHNIQUES USED</a:t>
            </a:r>
          </a:p>
        </p:txBody>
      </p:sp>
      <p:pic>
        <p:nvPicPr>
          <p:cNvPr id="6" name="Picture 5" descr="A picture containing drawing&#10;&#10;Description automatically generated">
            <a:extLst>
              <a:ext uri="{FF2B5EF4-FFF2-40B4-BE49-F238E27FC236}">
                <a16:creationId xmlns:a16="http://schemas.microsoft.com/office/drawing/2014/main" id="{014CB2BC-DF41-4B45-A60B-26096874F8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88520" y="321721"/>
            <a:ext cx="2227083" cy="1388006"/>
          </a:xfrm>
          <a:prstGeom prst="rect">
            <a:avLst/>
          </a:prstGeom>
        </p:spPr>
      </p:pic>
      <p:pic>
        <p:nvPicPr>
          <p:cNvPr id="8" name="Picture 7" descr="A picture containing table, brick&#10;&#10;Description automatically generated">
            <a:extLst>
              <a:ext uri="{FF2B5EF4-FFF2-40B4-BE49-F238E27FC236}">
                <a16:creationId xmlns:a16="http://schemas.microsoft.com/office/drawing/2014/main" id="{77CDE782-C067-4ADD-823B-A6581B3A53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9177" y="1870584"/>
            <a:ext cx="2077761" cy="1388013"/>
          </a:xfrm>
          <a:prstGeom prst="rect">
            <a:avLst/>
          </a:prstGeom>
        </p:spPr>
      </p:pic>
      <p:pic>
        <p:nvPicPr>
          <p:cNvPr id="11" name="Picture 10" descr="A drawing of a cartoon character&#10;&#10;Description automatically generated">
            <a:extLst>
              <a:ext uri="{FF2B5EF4-FFF2-40B4-BE49-F238E27FC236}">
                <a16:creationId xmlns:a16="http://schemas.microsoft.com/office/drawing/2014/main" id="{8B479F32-5682-42C1-8284-ECE7897629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07823" y="3419454"/>
            <a:ext cx="1388013" cy="1388013"/>
          </a:xfrm>
          <a:prstGeom prst="rect">
            <a:avLst/>
          </a:prstGeom>
        </p:spPr>
      </p:pic>
      <p:pic>
        <p:nvPicPr>
          <p:cNvPr id="13" name="Picture 12" descr="A close up of a logo&#10;&#10;Description automatically generated">
            <a:extLst>
              <a:ext uri="{FF2B5EF4-FFF2-40B4-BE49-F238E27FC236}">
                <a16:creationId xmlns:a16="http://schemas.microsoft.com/office/drawing/2014/main" id="{70426D9C-BBB6-4956-A45F-6C9CA4A6B8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72053" y="4968316"/>
            <a:ext cx="1388004" cy="1388004"/>
          </a:xfrm>
          <a:prstGeom prst="rect">
            <a:avLst/>
          </a:prstGeom>
        </p:spPr>
      </p:pic>
      <p:graphicFrame>
        <p:nvGraphicFramePr>
          <p:cNvPr id="5" name="Content Placeholder 2">
            <a:extLst>
              <a:ext uri="{FF2B5EF4-FFF2-40B4-BE49-F238E27FC236}">
                <a16:creationId xmlns:a16="http://schemas.microsoft.com/office/drawing/2014/main" id="{E1436C88-D0B9-46EA-8AE9-D02AF17F4D5C}"/>
              </a:ext>
            </a:extLst>
          </p:cNvPr>
          <p:cNvGraphicFramePr>
            <a:graphicFrameLocks noGrp="1"/>
          </p:cNvGraphicFramePr>
          <p:nvPr>
            <p:ph idx="1"/>
            <p:extLst>
              <p:ext uri="{D42A27DB-BD31-4B8C-83A1-F6EECF244321}">
                <p14:modId xmlns:p14="http://schemas.microsoft.com/office/powerpoint/2010/main" val="4024029158"/>
              </p:ext>
            </p:extLst>
          </p:nvPr>
        </p:nvGraphicFramePr>
        <p:xfrm>
          <a:off x="838200" y="2021249"/>
          <a:ext cx="5707565" cy="415571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201759130"/>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0CD5E6FF-C8C3-49DA-A438-FB26100BF594}"/>
              </a:ext>
            </a:extLst>
          </p:cNvPr>
          <p:cNvSpPr>
            <a:spLocks noGrp="1"/>
          </p:cNvSpPr>
          <p:nvPr>
            <p:ph type="title"/>
          </p:nvPr>
        </p:nvSpPr>
        <p:spPr>
          <a:xfrm>
            <a:off x="1014141" y="1450655"/>
            <a:ext cx="3932030" cy="3956690"/>
          </a:xfrm>
        </p:spPr>
        <p:txBody>
          <a:bodyPr anchor="ctr">
            <a:normAutofit/>
          </a:bodyPr>
          <a:lstStyle/>
          <a:p>
            <a:pPr algn="ctr"/>
            <a:r>
              <a:rPr lang="en-US" sz="6200" b="1" u="sng" dirty="0">
                <a:solidFill>
                  <a:schemeClr val="bg1"/>
                </a:solidFill>
              </a:rPr>
              <a:t>KEY LEARNINGS</a:t>
            </a:r>
            <a:endParaRPr lang="en-IN" sz="6200" b="1" u="sng" dirty="0">
              <a:solidFill>
                <a:schemeClr val="bg1"/>
              </a:solidFill>
            </a:endParaRPr>
          </a:p>
        </p:txBody>
      </p:sp>
      <p:cxnSp>
        <p:nvCxnSpPr>
          <p:cNvPr id="30" name="Straight Connector 2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 name="Straight Connector 3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AB0C73A-B2AA-45E3-A802-E335D4F29A71}"/>
              </a:ext>
            </a:extLst>
          </p:cNvPr>
          <p:cNvSpPr>
            <a:spLocks noGrp="1"/>
          </p:cNvSpPr>
          <p:nvPr>
            <p:ph idx="1"/>
          </p:nvPr>
        </p:nvSpPr>
        <p:spPr>
          <a:xfrm>
            <a:off x="5960312" y="1212836"/>
            <a:ext cx="5583988" cy="4571972"/>
          </a:xfrm>
        </p:spPr>
        <p:txBody>
          <a:bodyPr anchor="ctr">
            <a:noAutofit/>
          </a:bodyPr>
          <a:lstStyle/>
          <a:p>
            <a:r>
              <a:rPr lang="en-IN" sz="1600" dirty="0">
                <a:solidFill>
                  <a:schemeClr val="bg1"/>
                </a:solidFill>
              </a:rPr>
              <a:t>Convolutional neural networks proved to be the best algorithm for our project and got us the best results. </a:t>
            </a:r>
          </a:p>
          <a:p>
            <a:r>
              <a:rPr lang="en-IN" sz="1600" dirty="0">
                <a:solidFill>
                  <a:schemeClr val="bg1"/>
                </a:solidFill>
              </a:rPr>
              <a:t>We learnt about a new concept called overfitting and how to deal with it. We have made used of 2 augmentation methods to deal with overfitting and to increase our data.</a:t>
            </a:r>
          </a:p>
          <a:p>
            <a:r>
              <a:rPr lang="en-IN" sz="1600" dirty="0">
                <a:solidFill>
                  <a:schemeClr val="bg1"/>
                </a:solidFill>
              </a:rPr>
              <a:t>We tried training our model with 3 labels and then with 5 label data set. We found out that, as the number of labels increases, the accuracy of the model decreases significantly. </a:t>
            </a:r>
            <a:endParaRPr lang="en-IN" sz="1600" b="1" dirty="0">
              <a:solidFill>
                <a:schemeClr val="bg1"/>
              </a:solidFill>
            </a:endParaRPr>
          </a:p>
          <a:p>
            <a:r>
              <a:rPr lang="en-IN" sz="1600" dirty="0">
                <a:solidFill>
                  <a:schemeClr val="bg1"/>
                </a:solidFill>
              </a:rPr>
              <a:t>Quality of the dataset has a direct impact on the accuracy of the model. So, if we have a good dataset, our model will train better and hence make better predictions.</a:t>
            </a:r>
            <a:endParaRPr lang="en-IN" sz="1600" b="1" dirty="0">
              <a:solidFill>
                <a:schemeClr val="bg1"/>
              </a:solidFill>
            </a:endParaRPr>
          </a:p>
          <a:p>
            <a:r>
              <a:rPr lang="en-IN" sz="1600" dirty="0">
                <a:solidFill>
                  <a:schemeClr val="bg1"/>
                </a:solidFill>
              </a:rPr>
              <a:t>One of the most important learnings was that it is relatively straight forward to implement various machine learning/deep learning models using Python libraries like TensorFlow and </a:t>
            </a:r>
            <a:r>
              <a:rPr lang="en-IN" sz="1600" dirty="0" err="1">
                <a:solidFill>
                  <a:schemeClr val="bg1"/>
                </a:solidFill>
              </a:rPr>
              <a:t>sklearn</a:t>
            </a:r>
            <a:r>
              <a:rPr lang="en-IN" sz="1600" dirty="0">
                <a:solidFill>
                  <a:schemeClr val="bg1"/>
                </a:solidFill>
              </a:rPr>
              <a:t>, once you have a basic understanding of how the models work mathematically. The tricky part that takes up the majority of time and effort is the pre-processing and manipulation of the dataset. Python libraries like pandas effectively simplify and optimize the important first step of bringing the data in the right format.</a:t>
            </a:r>
          </a:p>
        </p:txBody>
      </p:sp>
    </p:spTree>
    <p:extLst>
      <p:ext uri="{BB962C8B-B14F-4D97-AF65-F5344CB8AC3E}">
        <p14:creationId xmlns:p14="http://schemas.microsoft.com/office/powerpoint/2010/main" val="811380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190BE3C-7072-4032-9C98-6A5ACC6E885C}"/>
              </a:ext>
            </a:extLst>
          </p:cNvPr>
          <p:cNvSpPr>
            <a:spLocks noGrp="1"/>
          </p:cNvSpPr>
          <p:nvPr>
            <p:ph type="title"/>
          </p:nvPr>
        </p:nvSpPr>
        <p:spPr>
          <a:xfrm>
            <a:off x="1014140" y="1450655"/>
            <a:ext cx="4157299" cy="3956690"/>
          </a:xfrm>
        </p:spPr>
        <p:txBody>
          <a:bodyPr anchor="ctr">
            <a:normAutofit/>
          </a:bodyPr>
          <a:lstStyle/>
          <a:p>
            <a:r>
              <a:rPr lang="en-US" sz="6200" b="1" u="sng" dirty="0">
                <a:solidFill>
                  <a:schemeClr val="bg1"/>
                </a:solidFill>
              </a:rPr>
              <a:t>DRAWBACKS</a:t>
            </a:r>
            <a:endParaRPr lang="en-IN" sz="6200" b="1" u="sng" dirty="0">
              <a:solidFill>
                <a:schemeClr val="bg1"/>
              </a:solidFill>
            </a:endParaRPr>
          </a:p>
        </p:txBody>
      </p:sp>
      <p:cxnSp>
        <p:nvCxnSpPr>
          <p:cNvPr id="10" name="Straight Connector 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4F6F60F-37CC-4F37-AD32-33D5C2542F5A}"/>
              </a:ext>
            </a:extLst>
          </p:cNvPr>
          <p:cNvSpPr>
            <a:spLocks noGrp="1"/>
          </p:cNvSpPr>
          <p:nvPr>
            <p:ph idx="1"/>
          </p:nvPr>
        </p:nvSpPr>
        <p:spPr>
          <a:xfrm>
            <a:off x="5927328" y="1450655"/>
            <a:ext cx="5734050" cy="4571972"/>
          </a:xfrm>
        </p:spPr>
        <p:txBody>
          <a:bodyPr anchor="ctr">
            <a:noAutofit/>
          </a:bodyPr>
          <a:lstStyle/>
          <a:p>
            <a:r>
              <a:rPr lang="en-IN" sz="1700" dirty="0">
                <a:solidFill>
                  <a:schemeClr val="bg1"/>
                </a:solidFill>
              </a:rPr>
              <a:t>The model is unable to detect fake emotions of the user and may not provide accurate results.</a:t>
            </a:r>
          </a:p>
          <a:p>
            <a:r>
              <a:rPr lang="en-IN" sz="1700" dirty="0">
                <a:solidFill>
                  <a:schemeClr val="bg1"/>
                </a:solidFill>
              </a:rPr>
              <a:t>Only single language (English) data set is used and if data sets of other languages are used then the model might not be able to recognize and interpret the information.</a:t>
            </a:r>
          </a:p>
          <a:p>
            <a:r>
              <a:rPr lang="en-IN" sz="1700" dirty="0">
                <a:solidFill>
                  <a:schemeClr val="bg1"/>
                </a:solidFill>
              </a:rPr>
              <a:t>Users from different geographical locations will have different tone, accent and display of emotions will vary from person to person. As we move from one continent to another, the way of communicating and accent changes to a certain extent. For Ex: American English is different from British English.</a:t>
            </a:r>
          </a:p>
          <a:p>
            <a:pPr lvl="0"/>
            <a:r>
              <a:rPr lang="en-IN" sz="1700" dirty="0">
                <a:solidFill>
                  <a:schemeClr val="bg1"/>
                </a:solidFill>
              </a:rPr>
              <a:t>   Both Male and Female both cannot be tested at the same time. Although both the datasets can be used but it was noticed during our project implementation that the accuracy of the model changes significantly when both the datasets are used at the same time. To achieve a decent accuracy we are using only one dataset at a time. </a:t>
            </a:r>
          </a:p>
          <a:p>
            <a:endParaRPr lang="en-IN" sz="1800" dirty="0">
              <a:solidFill>
                <a:schemeClr val="bg1"/>
              </a:solidFill>
            </a:endParaRPr>
          </a:p>
        </p:txBody>
      </p:sp>
    </p:spTree>
    <p:extLst>
      <p:ext uri="{BB962C8B-B14F-4D97-AF65-F5344CB8AC3E}">
        <p14:creationId xmlns:p14="http://schemas.microsoft.com/office/powerpoint/2010/main" val="3772415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F37CC424-6DB8-4D87-9AFB-D5F6767D60E7}"/>
              </a:ext>
            </a:extLst>
          </p:cNvPr>
          <p:cNvSpPr>
            <a:spLocks noGrp="1"/>
          </p:cNvSpPr>
          <p:nvPr>
            <p:ph type="title"/>
          </p:nvPr>
        </p:nvSpPr>
        <p:spPr>
          <a:xfrm>
            <a:off x="1014141" y="1450655"/>
            <a:ext cx="3932030" cy="3956690"/>
          </a:xfrm>
        </p:spPr>
        <p:txBody>
          <a:bodyPr anchor="ctr">
            <a:normAutofit/>
          </a:bodyPr>
          <a:lstStyle/>
          <a:p>
            <a:pPr algn="ctr"/>
            <a:r>
              <a:rPr lang="en-US" sz="6200" b="1" u="sng" dirty="0">
                <a:solidFill>
                  <a:schemeClr val="bg1"/>
                </a:solidFill>
              </a:rPr>
              <a:t>FUTURE WORK</a:t>
            </a:r>
            <a:endParaRPr lang="en-IN" sz="6200" b="1" u="sng" dirty="0">
              <a:solidFill>
                <a:schemeClr val="bg1"/>
              </a:solidFill>
            </a:endParaRPr>
          </a:p>
        </p:txBody>
      </p:sp>
      <p:cxnSp>
        <p:nvCxnSpPr>
          <p:cNvPr id="15" name="Straight Connector 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Straight Connector 1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3C31BA6-051C-43FA-872E-F9F6D744A7E4}"/>
              </a:ext>
            </a:extLst>
          </p:cNvPr>
          <p:cNvSpPr>
            <a:spLocks noGrp="1"/>
          </p:cNvSpPr>
          <p:nvPr>
            <p:ph idx="1"/>
          </p:nvPr>
        </p:nvSpPr>
        <p:spPr>
          <a:xfrm>
            <a:off x="6096000" y="1450655"/>
            <a:ext cx="5262880" cy="4581539"/>
          </a:xfrm>
        </p:spPr>
        <p:txBody>
          <a:bodyPr anchor="ctr">
            <a:normAutofit/>
          </a:bodyPr>
          <a:lstStyle/>
          <a:p>
            <a:r>
              <a:rPr lang="en-IN" sz="1700" dirty="0">
                <a:solidFill>
                  <a:schemeClr val="bg1"/>
                </a:solidFill>
              </a:rPr>
              <a:t>Generalizing our project to languages other than English.</a:t>
            </a:r>
          </a:p>
          <a:p>
            <a:r>
              <a:rPr lang="en-IN" sz="1700" dirty="0">
                <a:solidFill>
                  <a:schemeClr val="bg1"/>
                </a:solidFill>
              </a:rPr>
              <a:t>We can further try a combination of multiple algorithms to see how it impacts the accuracy of the overall model.</a:t>
            </a:r>
          </a:p>
          <a:p>
            <a:r>
              <a:rPr lang="en-IN" sz="1700" dirty="0">
                <a:solidFill>
                  <a:schemeClr val="bg1"/>
                </a:solidFill>
              </a:rPr>
              <a:t>Working towards real time speech emotion recognition system so that we can take human inputs in real time and then predict their emotions accurately. </a:t>
            </a:r>
          </a:p>
          <a:p>
            <a:r>
              <a:rPr lang="en-IN" sz="1700" dirty="0">
                <a:solidFill>
                  <a:schemeClr val="bg1"/>
                </a:solidFill>
              </a:rPr>
              <a:t>As of now, we are restricted only to audio data, we will be working on integration of other modalities like videos and image recognition. </a:t>
            </a:r>
            <a:endParaRPr lang="en-IN" sz="1700" b="1" dirty="0">
              <a:solidFill>
                <a:schemeClr val="bg1"/>
              </a:solidFill>
            </a:endParaRPr>
          </a:p>
          <a:p>
            <a:r>
              <a:rPr lang="en-IN" sz="1700" dirty="0">
                <a:solidFill>
                  <a:schemeClr val="bg1"/>
                </a:solidFill>
              </a:rPr>
              <a:t>Once we are successful in achieving a good accuracy, we are planning to integrate our project with google home and other smart devices.</a:t>
            </a:r>
            <a:endParaRPr lang="en-IN" sz="1700" b="1" dirty="0">
              <a:solidFill>
                <a:schemeClr val="bg1"/>
              </a:solidFill>
            </a:endParaRPr>
          </a:p>
          <a:p>
            <a:endParaRPr lang="en-IN" sz="1700" b="1" dirty="0">
              <a:solidFill>
                <a:schemeClr val="bg1"/>
              </a:solidFill>
            </a:endParaRPr>
          </a:p>
          <a:p>
            <a:endParaRPr lang="en-IN" sz="1700" dirty="0">
              <a:solidFill>
                <a:schemeClr val="bg1"/>
              </a:solidFill>
            </a:endParaRPr>
          </a:p>
        </p:txBody>
      </p:sp>
    </p:spTree>
    <p:extLst>
      <p:ext uri="{BB962C8B-B14F-4D97-AF65-F5344CB8AC3E}">
        <p14:creationId xmlns:p14="http://schemas.microsoft.com/office/powerpoint/2010/main" val="7965701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1866</Words>
  <Application>Microsoft Macintosh PowerPoint</Application>
  <PresentationFormat>Widescreen</PresentationFormat>
  <Paragraphs>120</Paragraphs>
  <Slides>19</Slides>
  <Notes>0</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SPEECH EMOTION RECOGNITION USING CONVOLUTIONAL NEURAL NETWORK   </vt:lpstr>
      <vt:lpstr>INTRODUCTION</vt:lpstr>
      <vt:lpstr>AWS CLOUD DEPLOYMENT</vt:lpstr>
      <vt:lpstr>PowerPoint Presentation</vt:lpstr>
      <vt:lpstr>PowerPoint Presentation</vt:lpstr>
      <vt:lpstr>THE RYERSON AUDIO-VISUAL DATABASE OF EMOTIONAL SPEECH AND SONG (RAVDESS) </vt:lpstr>
      <vt:lpstr>RAVDESS</vt:lpstr>
      <vt:lpstr>CONVOLUTIONAL NEURAL NETWORK (CNN)</vt:lpstr>
      <vt:lpstr>WORKING OF CNN</vt:lpstr>
      <vt:lpstr>WORKING OF CNN</vt:lpstr>
      <vt:lpstr>WORKING OF CNN</vt:lpstr>
      <vt:lpstr>FULL ARCHITECTURE OF CONVOLUTIONAL NEURAL NETWORK</vt:lpstr>
      <vt:lpstr>Mel Frequency Cepstral Coefficient (MFCC) </vt:lpstr>
      <vt:lpstr>STEPS FOLLOWED IN THE PROJECT</vt:lpstr>
      <vt:lpstr>LIBRARIES AND PACKAGES USED</vt:lpstr>
      <vt:lpstr>DEVELOPMENT TOOLS AND TECHNIQUES USED</vt:lpstr>
      <vt:lpstr>KEY LEARNINGS</vt:lpstr>
      <vt:lpstr>DRAWBACKS</vt:lpstr>
      <vt:lpstr>FUTURE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SPEECH EMOTION RECOGNITION USING CONVOLUTIONAL NEURAL NETWORK   </dc:title>
  <dc:creator>Yavar Khan</dc:creator>
  <cp:lastModifiedBy>Microsoft Office User</cp:lastModifiedBy>
  <cp:revision>3</cp:revision>
  <dcterms:created xsi:type="dcterms:W3CDTF">2020-05-17T00:00:53Z</dcterms:created>
  <dcterms:modified xsi:type="dcterms:W3CDTF">2020-05-18T21:44:39Z</dcterms:modified>
</cp:coreProperties>
</file>